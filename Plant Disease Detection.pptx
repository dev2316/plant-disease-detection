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63" r:id="rId4"/>
    <p:sldId id="258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C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08CE69-23CD-4F3D-A6AD-F7A272B2A4F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6553BB7-9B88-41A2-A0AE-F8B472E50DED}">
      <dgm:prSet/>
      <dgm:spPr/>
      <dgm:t>
        <a:bodyPr/>
        <a:lstStyle/>
        <a:p>
          <a:r>
            <a:rPr lang="en-US"/>
            <a:t>Machine Learning Pipeline:</a:t>
          </a:r>
        </a:p>
      </dgm:t>
    </dgm:pt>
    <dgm:pt modelId="{59CA09CA-BFEC-4022-86D6-070A3A8D46A1}" type="parTrans" cxnId="{FC4286CB-AFB1-4918-994F-50B626BC89A1}">
      <dgm:prSet/>
      <dgm:spPr/>
      <dgm:t>
        <a:bodyPr/>
        <a:lstStyle/>
        <a:p>
          <a:endParaRPr lang="en-US"/>
        </a:p>
      </dgm:t>
    </dgm:pt>
    <dgm:pt modelId="{408DF528-BD94-4124-87EA-EC8B3C82BD20}" type="sibTrans" cxnId="{FC4286CB-AFB1-4918-994F-50B626BC89A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B175755-E27A-4B8D-A367-8D3C81ACE611}">
      <dgm:prSet/>
      <dgm:spPr/>
      <dgm:t>
        <a:bodyPr/>
        <a:lstStyle/>
        <a:p>
          <a:r>
            <a:rPr lang="en-US"/>
            <a:t>Data Collection</a:t>
          </a:r>
        </a:p>
      </dgm:t>
    </dgm:pt>
    <dgm:pt modelId="{A351EE00-D59C-4C9A-8F75-A2C4BBCA92F6}" type="parTrans" cxnId="{C78B5431-F1D7-4D51-8DA2-4DDC5C9DC9C0}">
      <dgm:prSet/>
      <dgm:spPr/>
      <dgm:t>
        <a:bodyPr/>
        <a:lstStyle/>
        <a:p>
          <a:endParaRPr lang="en-US"/>
        </a:p>
      </dgm:t>
    </dgm:pt>
    <dgm:pt modelId="{9503A2CA-4E8B-4158-93E3-DBE1393A8E73}" type="sibTrans" cxnId="{C78B5431-F1D7-4D51-8DA2-4DDC5C9DC9C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4B422E4-7C9E-4F16-BD8C-CBE1A8F3A633}">
      <dgm:prSet/>
      <dgm:spPr/>
      <dgm:t>
        <a:bodyPr/>
        <a:lstStyle/>
        <a:p>
          <a:r>
            <a:rPr lang="en-US"/>
            <a:t>Data Preprocessing</a:t>
          </a:r>
        </a:p>
      </dgm:t>
    </dgm:pt>
    <dgm:pt modelId="{CC26FBBF-F58E-464E-8B8F-06461F0E7553}" type="parTrans" cxnId="{1D4DEFC2-B132-433B-9B78-0D3B2000B414}">
      <dgm:prSet/>
      <dgm:spPr/>
      <dgm:t>
        <a:bodyPr/>
        <a:lstStyle/>
        <a:p>
          <a:endParaRPr lang="en-US"/>
        </a:p>
      </dgm:t>
    </dgm:pt>
    <dgm:pt modelId="{3E1E8EB7-EC74-41AF-87B9-F87B6E4CBA82}" type="sibTrans" cxnId="{1D4DEFC2-B132-433B-9B78-0D3B2000B41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102B28B-9B41-471F-8340-872029EFDB72}">
      <dgm:prSet/>
      <dgm:spPr/>
      <dgm:t>
        <a:bodyPr/>
        <a:lstStyle/>
        <a:p>
          <a:r>
            <a:rPr lang="en-US"/>
            <a:t>Data Augmentation</a:t>
          </a:r>
        </a:p>
      </dgm:t>
    </dgm:pt>
    <dgm:pt modelId="{DFBC9E02-8ADF-4795-AA4D-1C9C0F3BC1B2}" type="parTrans" cxnId="{8162FD9C-BB7B-4DE8-B67C-E383E50737C4}">
      <dgm:prSet/>
      <dgm:spPr/>
      <dgm:t>
        <a:bodyPr/>
        <a:lstStyle/>
        <a:p>
          <a:endParaRPr lang="en-US"/>
        </a:p>
      </dgm:t>
    </dgm:pt>
    <dgm:pt modelId="{D3592882-CCCC-40D8-8816-148DF8E321E8}" type="sibTrans" cxnId="{8162FD9C-BB7B-4DE8-B67C-E383E50737C4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2AD8E7F2-8B51-45DC-B5A7-9044949413CD}">
      <dgm:prSet/>
      <dgm:spPr/>
      <dgm:t>
        <a:bodyPr/>
        <a:lstStyle/>
        <a:p>
          <a:r>
            <a:rPr lang="en-US"/>
            <a:t>Dataset Splitting</a:t>
          </a:r>
        </a:p>
      </dgm:t>
    </dgm:pt>
    <dgm:pt modelId="{EA2833D4-2945-4356-BF37-9FE8AEB3EBC6}" type="parTrans" cxnId="{2AA89E01-D26C-4770-946D-947CE114115E}">
      <dgm:prSet/>
      <dgm:spPr/>
      <dgm:t>
        <a:bodyPr/>
        <a:lstStyle/>
        <a:p>
          <a:endParaRPr lang="en-US"/>
        </a:p>
      </dgm:t>
    </dgm:pt>
    <dgm:pt modelId="{56F5CDB9-E747-4EC1-A040-26DDAEA5BB7E}" type="sibTrans" cxnId="{2AA89E01-D26C-4770-946D-947CE114115E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1FE801C2-1069-4950-A138-01D7C3A6C414}">
      <dgm:prSet/>
      <dgm:spPr/>
      <dgm:t>
        <a:bodyPr/>
        <a:lstStyle/>
        <a:p>
          <a:r>
            <a:rPr lang="en-US"/>
            <a:t>Model Development</a:t>
          </a:r>
        </a:p>
      </dgm:t>
    </dgm:pt>
    <dgm:pt modelId="{89FF8B92-1A9E-4E6E-98D7-3F71FBD9467E}" type="parTrans" cxnId="{396E6B11-6F4F-46A3-9B6F-60FC493B97B4}">
      <dgm:prSet/>
      <dgm:spPr/>
      <dgm:t>
        <a:bodyPr/>
        <a:lstStyle/>
        <a:p>
          <a:endParaRPr lang="en-US"/>
        </a:p>
      </dgm:t>
    </dgm:pt>
    <dgm:pt modelId="{F9615EC6-EAC0-4A1C-842A-8DD6F7A567D0}" type="sibTrans" cxnId="{396E6B11-6F4F-46A3-9B6F-60FC493B97B4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1F943E88-21E4-472D-9325-BB88E17273DB}">
      <dgm:prSet/>
      <dgm:spPr/>
      <dgm:t>
        <a:bodyPr/>
        <a:lstStyle/>
        <a:p>
          <a:r>
            <a:rPr lang="en-US"/>
            <a:t>Initial Training</a:t>
          </a:r>
        </a:p>
      </dgm:t>
    </dgm:pt>
    <dgm:pt modelId="{52895530-C64A-45A4-8E3F-43E76560164B}" type="parTrans" cxnId="{79CC7CD6-419F-4199-B053-371EA10E744F}">
      <dgm:prSet/>
      <dgm:spPr/>
      <dgm:t>
        <a:bodyPr/>
        <a:lstStyle/>
        <a:p>
          <a:endParaRPr lang="en-US"/>
        </a:p>
      </dgm:t>
    </dgm:pt>
    <dgm:pt modelId="{73D8D476-70D4-42B3-871C-34B2E23EA7DC}" type="sibTrans" cxnId="{79CC7CD6-419F-4199-B053-371EA10E744F}">
      <dgm:prSet phldrT="07" phldr="0"/>
      <dgm:spPr/>
      <dgm:t>
        <a:bodyPr/>
        <a:lstStyle/>
        <a:p>
          <a:r>
            <a:rPr lang="en-US"/>
            <a:t>07</a:t>
          </a:r>
        </a:p>
      </dgm:t>
    </dgm:pt>
    <dgm:pt modelId="{0049AE3F-843E-46A6-AB02-93B3A8B854A3}" type="pres">
      <dgm:prSet presAssocID="{8908CE69-23CD-4F3D-A6AD-F7A272B2A4F1}" presName="Name0" presStyleCnt="0">
        <dgm:presLayoutVars>
          <dgm:animLvl val="lvl"/>
          <dgm:resizeHandles val="exact"/>
        </dgm:presLayoutVars>
      </dgm:prSet>
      <dgm:spPr/>
    </dgm:pt>
    <dgm:pt modelId="{A80E104A-2528-4E2B-B457-9A0C85E5D579}" type="pres">
      <dgm:prSet presAssocID="{36553BB7-9B88-41A2-A0AE-F8B472E50DED}" presName="compositeNode" presStyleCnt="0">
        <dgm:presLayoutVars>
          <dgm:bulletEnabled val="1"/>
        </dgm:presLayoutVars>
      </dgm:prSet>
      <dgm:spPr/>
    </dgm:pt>
    <dgm:pt modelId="{D4110A7B-F61B-4D1A-B15D-6B455396B3D8}" type="pres">
      <dgm:prSet presAssocID="{36553BB7-9B88-41A2-A0AE-F8B472E50DED}" presName="bgRect" presStyleLbl="alignNode1" presStyleIdx="0" presStyleCnt="7"/>
      <dgm:spPr/>
    </dgm:pt>
    <dgm:pt modelId="{2725621D-F038-4DAA-AECA-F09AFE46ABD4}" type="pres">
      <dgm:prSet presAssocID="{408DF528-BD94-4124-87EA-EC8B3C82BD20}" presName="sibTransNodeRect" presStyleLbl="alignNode1" presStyleIdx="0" presStyleCnt="7">
        <dgm:presLayoutVars>
          <dgm:chMax val="0"/>
          <dgm:bulletEnabled val="1"/>
        </dgm:presLayoutVars>
      </dgm:prSet>
      <dgm:spPr/>
    </dgm:pt>
    <dgm:pt modelId="{9B5672AA-BC0F-4F69-918C-7F105FFF34C7}" type="pres">
      <dgm:prSet presAssocID="{36553BB7-9B88-41A2-A0AE-F8B472E50DED}" presName="nodeRect" presStyleLbl="alignNode1" presStyleIdx="0" presStyleCnt="7">
        <dgm:presLayoutVars>
          <dgm:bulletEnabled val="1"/>
        </dgm:presLayoutVars>
      </dgm:prSet>
      <dgm:spPr/>
    </dgm:pt>
    <dgm:pt modelId="{32151FDA-BECB-45F9-B55E-6600377C3530}" type="pres">
      <dgm:prSet presAssocID="{408DF528-BD94-4124-87EA-EC8B3C82BD20}" presName="sibTrans" presStyleCnt="0"/>
      <dgm:spPr/>
    </dgm:pt>
    <dgm:pt modelId="{A7595223-D8E8-43E9-94AF-4925443DF227}" type="pres">
      <dgm:prSet presAssocID="{EB175755-E27A-4B8D-A367-8D3C81ACE611}" presName="compositeNode" presStyleCnt="0">
        <dgm:presLayoutVars>
          <dgm:bulletEnabled val="1"/>
        </dgm:presLayoutVars>
      </dgm:prSet>
      <dgm:spPr/>
    </dgm:pt>
    <dgm:pt modelId="{F32A3DF3-7822-488D-99D5-9920772362CA}" type="pres">
      <dgm:prSet presAssocID="{EB175755-E27A-4B8D-A367-8D3C81ACE611}" presName="bgRect" presStyleLbl="alignNode1" presStyleIdx="1" presStyleCnt="7"/>
      <dgm:spPr/>
    </dgm:pt>
    <dgm:pt modelId="{55E8BBA6-968D-4EC3-8DA9-7E2E2811A31C}" type="pres">
      <dgm:prSet presAssocID="{9503A2CA-4E8B-4158-93E3-DBE1393A8E73}" presName="sibTransNodeRect" presStyleLbl="alignNode1" presStyleIdx="1" presStyleCnt="7">
        <dgm:presLayoutVars>
          <dgm:chMax val="0"/>
          <dgm:bulletEnabled val="1"/>
        </dgm:presLayoutVars>
      </dgm:prSet>
      <dgm:spPr/>
    </dgm:pt>
    <dgm:pt modelId="{F0406525-15E1-4F8D-98A4-F98FE19AE2C8}" type="pres">
      <dgm:prSet presAssocID="{EB175755-E27A-4B8D-A367-8D3C81ACE611}" presName="nodeRect" presStyleLbl="alignNode1" presStyleIdx="1" presStyleCnt="7">
        <dgm:presLayoutVars>
          <dgm:bulletEnabled val="1"/>
        </dgm:presLayoutVars>
      </dgm:prSet>
      <dgm:spPr/>
    </dgm:pt>
    <dgm:pt modelId="{A8C25C6C-DA54-4620-A8F9-E2347DE60E80}" type="pres">
      <dgm:prSet presAssocID="{9503A2CA-4E8B-4158-93E3-DBE1393A8E73}" presName="sibTrans" presStyleCnt="0"/>
      <dgm:spPr/>
    </dgm:pt>
    <dgm:pt modelId="{B4FC98BA-51D0-41C1-AEE5-024233790A41}" type="pres">
      <dgm:prSet presAssocID="{D4B422E4-7C9E-4F16-BD8C-CBE1A8F3A633}" presName="compositeNode" presStyleCnt="0">
        <dgm:presLayoutVars>
          <dgm:bulletEnabled val="1"/>
        </dgm:presLayoutVars>
      </dgm:prSet>
      <dgm:spPr/>
    </dgm:pt>
    <dgm:pt modelId="{C0BF7558-2189-460D-AC58-CEE4A9DF53A1}" type="pres">
      <dgm:prSet presAssocID="{D4B422E4-7C9E-4F16-BD8C-CBE1A8F3A633}" presName="bgRect" presStyleLbl="alignNode1" presStyleIdx="2" presStyleCnt="7"/>
      <dgm:spPr/>
    </dgm:pt>
    <dgm:pt modelId="{64EF7036-4A46-498D-B65D-4EE931C06415}" type="pres">
      <dgm:prSet presAssocID="{3E1E8EB7-EC74-41AF-87B9-F87B6E4CBA82}" presName="sibTransNodeRect" presStyleLbl="alignNode1" presStyleIdx="2" presStyleCnt="7">
        <dgm:presLayoutVars>
          <dgm:chMax val="0"/>
          <dgm:bulletEnabled val="1"/>
        </dgm:presLayoutVars>
      </dgm:prSet>
      <dgm:spPr/>
    </dgm:pt>
    <dgm:pt modelId="{8204BD53-791A-4764-9F45-7E6650357AEF}" type="pres">
      <dgm:prSet presAssocID="{D4B422E4-7C9E-4F16-BD8C-CBE1A8F3A633}" presName="nodeRect" presStyleLbl="alignNode1" presStyleIdx="2" presStyleCnt="7">
        <dgm:presLayoutVars>
          <dgm:bulletEnabled val="1"/>
        </dgm:presLayoutVars>
      </dgm:prSet>
      <dgm:spPr/>
    </dgm:pt>
    <dgm:pt modelId="{04A824A5-5785-4D97-8885-5C03DBECD32A}" type="pres">
      <dgm:prSet presAssocID="{3E1E8EB7-EC74-41AF-87B9-F87B6E4CBA82}" presName="sibTrans" presStyleCnt="0"/>
      <dgm:spPr/>
    </dgm:pt>
    <dgm:pt modelId="{59F72336-2915-4355-B961-B277958422C0}" type="pres">
      <dgm:prSet presAssocID="{C102B28B-9B41-471F-8340-872029EFDB72}" presName="compositeNode" presStyleCnt="0">
        <dgm:presLayoutVars>
          <dgm:bulletEnabled val="1"/>
        </dgm:presLayoutVars>
      </dgm:prSet>
      <dgm:spPr/>
    </dgm:pt>
    <dgm:pt modelId="{589965B9-5E4B-4CDF-8250-9730C77698D1}" type="pres">
      <dgm:prSet presAssocID="{C102B28B-9B41-471F-8340-872029EFDB72}" presName="bgRect" presStyleLbl="alignNode1" presStyleIdx="3" presStyleCnt="7"/>
      <dgm:spPr/>
    </dgm:pt>
    <dgm:pt modelId="{45EBC28E-C946-4FD2-84CC-679850B105DC}" type="pres">
      <dgm:prSet presAssocID="{D3592882-CCCC-40D8-8816-148DF8E321E8}" presName="sibTransNodeRect" presStyleLbl="alignNode1" presStyleIdx="3" presStyleCnt="7">
        <dgm:presLayoutVars>
          <dgm:chMax val="0"/>
          <dgm:bulletEnabled val="1"/>
        </dgm:presLayoutVars>
      </dgm:prSet>
      <dgm:spPr/>
    </dgm:pt>
    <dgm:pt modelId="{CC91E6CD-A815-4090-B631-11B354D08742}" type="pres">
      <dgm:prSet presAssocID="{C102B28B-9B41-471F-8340-872029EFDB72}" presName="nodeRect" presStyleLbl="alignNode1" presStyleIdx="3" presStyleCnt="7">
        <dgm:presLayoutVars>
          <dgm:bulletEnabled val="1"/>
        </dgm:presLayoutVars>
      </dgm:prSet>
      <dgm:spPr/>
    </dgm:pt>
    <dgm:pt modelId="{19EC104A-4EBF-49C5-9DB6-EE6973CA404E}" type="pres">
      <dgm:prSet presAssocID="{D3592882-CCCC-40D8-8816-148DF8E321E8}" presName="sibTrans" presStyleCnt="0"/>
      <dgm:spPr/>
    </dgm:pt>
    <dgm:pt modelId="{DE842AD7-1824-4FE4-BBE5-761CA1E3C955}" type="pres">
      <dgm:prSet presAssocID="{2AD8E7F2-8B51-45DC-B5A7-9044949413CD}" presName="compositeNode" presStyleCnt="0">
        <dgm:presLayoutVars>
          <dgm:bulletEnabled val="1"/>
        </dgm:presLayoutVars>
      </dgm:prSet>
      <dgm:spPr/>
    </dgm:pt>
    <dgm:pt modelId="{AD5B581C-125A-4DC2-ADB3-DCC8D90BDD4D}" type="pres">
      <dgm:prSet presAssocID="{2AD8E7F2-8B51-45DC-B5A7-9044949413CD}" presName="bgRect" presStyleLbl="alignNode1" presStyleIdx="4" presStyleCnt="7"/>
      <dgm:spPr/>
    </dgm:pt>
    <dgm:pt modelId="{B5EFD32A-FD7D-4BC5-99D4-C5426625CA12}" type="pres">
      <dgm:prSet presAssocID="{56F5CDB9-E747-4EC1-A040-26DDAEA5BB7E}" presName="sibTransNodeRect" presStyleLbl="alignNode1" presStyleIdx="4" presStyleCnt="7">
        <dgm:presLayoutVars>
          <dgm:chMax val="0"/>
          <dgm:bulletEnabled val="1"/>
        </dgm:presLayoutVars>
      </dgm:prSet>
      <dgm:spPr/>
    </dgm:pt>
    <dgm:pt modelId="{1C6B7973-2551-4DAA-B574-AC152E56CCAF}" type="pres">
      <dgm:prSet presAssocID="{2AD8E7F2-8B51-45DC-B5A7-9044949413CD}" presName="nodeRect" presStyleLbl="alignNode1" presStyleIdx="4" presStyleCnt="7">
        <dgm:presLayoutVars>
          <dgm:bulletEnabled val="1"/>
        </dgm:presLayoutVars>
      </dgm:prSet>
      <dgm:spPr/>
    </dgm:pt>
    <dgm:pt modelId="{0D482C49-7CFD-4152-96A4-AE1F30BDA8A8}" type="pres">
      <dgm:prSet presAssocID="{56F5CDB9-E747-4EC1-A040-26DDAEA5BB7E}" presName="sibTrans" presStyleCnt="0"/>
      <dgm:spPr/>
    </dgm:pt>
    <dgm:pt modelId="{DA3642FD-1DFE-4EC7-8246-C5A7710166B1}" type="pres">
      <dgm:prSet presAssocID="{1FE801C2-1069-4950-A138-01D7C3A6C414}" presName="compositeNode" presStyleCnt="0">
        <dgm:presLayoutVars>
          <dgm:bulletEnabled val="1"/>
        </dgm:presLayoutVars>
      </dgm:prSet>
      <dgm:spPr/>
    </dgm:pt>
    <dgm:pt modelId="{DEB04D7E-D158-41F1-A8B6-6467F2D95F9B}" type="pres">
      <dgm:prSet presAssocID="{1FE801C2-1069-4950-A138-01D7C3A6C414}" presName="bgRect" presStyleLbl="alignNode1" presStyleIdx="5" presStyleCnt="7"/>
      <dgm:spPr/>
    </dgm:pt>
    <dgm:pt modelId="{AC1659D3-A8FF-49E7-9302-5FD40C8E3579}" type="pres">
      <dgm:prSet presAssocID="{F9615EC6-EAC0-4A1C-842A-8DD6F7A567D0}" presName="sibTransNodeRect" presStyleLbl="alignNode1" presStyleIdx="5" presStyleCnt="7">
        <dgm:presLayoutVars>
          <dgm:chMax val="0"/>
          <dgm:bulletEnabled val="1"/>
        </dgm:presLayoutVars>
      </dgm:prSet>
      <dgm:spPr/>
    </dgm:pt>
    <dgm:pt modelId="{AD830A03-46BD-4A8B-BBB1-3B168611BC46}" type="pres">
      <dgm:prSet presAssocID="{1FE801C2-1069-4950-A138-01D7C3A6C414}" presName="nodeRect" presStyleLbl="alignNode1" presStyleIdx="5" presStyleCnt="7">
        <dgm:presLayoutVars>
          <dgm:bulletEnabled val="1"/>
        </dgm:presLayoutVars>
      </dgm:prSet>
      <dgm:spPr/>
    </dgm:pt>
    <dgm:pt modelId="{B067C2D2-5B81-4F8A-A31F-3B8A184DFC08}" type="pres">
      <dgm:prSet presAssocID="{F9615EC6-EAC0-4A1C-842A-8DD6F7A567D0}" presName="sibTrans" presStyleCnt="0"/>
      <dgm:spPr/>
    </dgm:pt>
    <dgm:pt modelId="{502C0BAA-F64F-4ACD-936D-AF672E2FEBE3}" type="pres">
      <dgm:prSet presAssocID="{1F943E88-21E4-472D-9325-BB88E17273DB}" presName="compositeNode" presStyleCnt="0">
        <dgm:presLayoutVars>
          <dgm:bulletEnabled val="1"/>
        </dgm:presLayoutVars>
      </dgm:prSet>
      <dgm:spPr/>
    </dgm:pt>
    <dgm:pt modelId="{2906A3B3-5BF3-40BD-AF3F-18F8B296A035}" type="pres">
      <dgm:prSet presAssocID="{1F943E88-21E4-472D-9325-BB88E17273DB}" presName="bgRect" presStyleLbl="alignNode1" presStyleIdx="6" presStyleCnt="7"/>
      <dgm:spPr/>
    </dgm:pt>
    <dgm:pt modelId="{502645E5-E180-4273-94FC-AB98A1175429}" type="pres">
      <dgm:prSet presAssocID="{73D8D476-70D4-42B3-871C-34B2E23EA7DC}" presName="sibTransNodeRect" presStyleLbl="alignNode1" presStyleIdx="6" presStyleCnt="7">
        <dgm:presLayoutVars>
          <dgm:chMax val="0"/>
          <dgm:bulletEnabled val="1"/>
        </dgm:presLayoutVars>
      </dgm:prSet>
      <dgm:spPr/>
    </dgm:pt>
    <dgm:pt modelId="{014F23D2-51AC-4445-AFCF-0D1D42139EC5}" type="pres">
      <dgm:prSet presAssocID="{1F943E88-21E4-472D-9325-BB88E17273DB}" presName="nodeRect" presStyleLbl="alignNode1" presStyleIdx="6" presStyleCnt="7">
        <dgm:presLayoutVars>
          <dgm:bulletEnabled val="1"/>
        </dgm:presLayoutVars>
      </dgm:prSet>
      <dgm:spPr/>
    </dgm:pt>
  </dgm:ptLst>
  <dgm:cxnLst>
    <dgm:cxn modelId="{2AA89E01-D26C-4770-946D-947CE114115E}" srcId="{8908CE69-23CD-4F3D-A6AD-F7A272B2A4F1}" destId="{2AD8E7F2-8B51-45DC-B5A7-9044949413CD}" srcOrd="4" destOrd="0" parTransId="{EA2833D4-2945-4356-BF37-9FE8AEB3EBC6}" sibTransId="{56F5CDB9-E747-4EC1-A040-26DDAEA5BB7E}"/>
    <dgm:cxn modelId="{9DC23D08-D791-409F-BB06-E10EFFA30870}" type="presOf" srcId="{C102B28B-9B41-471F-8340-872029EFDB72}" destId="{589965B9-5E4B-4CDF-8250-9730C77698D1}" srcOrd="0" destOrd="0" presId="urn:microsoft.com/office/officeart/2016/7/layout/LinearBlockProcessNumbered"/>
    <dgm:cxn modelId="{396E6B11-6F4F-46A3-9B6F-60FC493B97B4}" srcId="{8908CE69-23CD-4F3D-A6AD-F7A272B2A4F1}" destId="{1FE801C2-1069-4950-A138-01D7C3A6C414}" srcOrd="5" destOrd="0" parTransId="{89FF8B92-1A9E-4E6E-98D7-3F71FBD9467E}" sibTransId="{F9615EC6-EAC0-4A1C-842A-8DD6F7A567D0}"/>
    <dgm:cxn modelId="{74F7B717-98BD-4D32-BAFD-769AF85FD7FF}" type="presOf" srcId="{EB175755-E27A-4B8D-A367-8D3C81ACE611}" destId="{F32A3DF3-7822-488D-99D5-9920772362CA}" srcOrd="0" destOrd="0" presId="urn:microsoft.com/office/officeart/2016/7/layout/LinearBlockProcessNumbered"/>
    <dgm:cxn modelId="{BD0B3E22-54D6-4172-AC56-331DE82EB722}" type="presOf" srcId="{3E1E8EB7-EC74-41AF-87B9-F87B6E4CBA82}" destId="{64EF7036-4A46-498D-B65D-4EE931C06415}" srcOrd="0" destOrd="0" presId="urn:microsoft.com/office/officeart/2016/7/layout/LinearBlockProcessNumbered"/>
    <dgm:cxn modelId="{F0DD5B22-7CC7-4785-BB02-9DF0CF98934A}" type="presOf" srcId="{F9615EC6-EAC0-4A1C-842A-8DD6F7A567D0}" destId="{AC1659D3-A8FF-49E7-9302-5FD40C8E3579}" srcOrd="0" destOrd="0" presId="urn:microsoft.com/office/officeart/2016/7/layout/LinearBlockProcessNumbered"/>
    <dgm:cxn modelId="{E7FAE624-312F-4B19-A24B-BF4F7140B1C9}" type="presOf" srcId="{2AD8E7F2-8B51-45DC-B5A7-9044949413CD}" destId="{1C6B7973-2551-4DAA-B574-AC152E56CCAF}" srcOrd="1" destOrd="0" presId="urn:microsoft.com/office/officeart/2016/7/layout/LinearBlockProcessNumbered"/>
    <dgm:cxn modelId="{647A0625-B9E2-49DB-B334-7CAA4C21B26F}" type="presOf" srcId="{D4B422E4-7C9E-4F16-BD8C-CBE1A8F3A633}" destId="{C0BF7558-2189-460D-AC58-CEE4A9DF53A1}" srcOrd="0" destOrd="0" presId="urn:microsoft.com/office/officeart/2016/7/layout/LinearBlockProcessNumbered"/>
    <dgm:cxn modelId="{D709192F-63EE-4E84-A5BC-83887AB686F5}" type="presOf" srcId="{9503A2CA-4E8B-4158-93E3-DBE1393A8E73}" destId="{55E8BBA6-968D-4EC3-8DA9-7E2E2811A31C}" srcOrd="0" destOrd="0" presId="urn:microsoft.com/office/officeart/2016/7/layout/LinearBlockProcessNumbered"/>
    <dgm:cxn modelId="{AADA8B30-21BB-47FA-B16E-9225DB64142C}" type="presOf" srcId="{C102B28B-9B41-471F-8340-872029EFDB72}" destId="{CC91E6CD-A815-4090-B631-11B354D08742}" srcOrd="1" destOrd="0" presId="urn:microsoft.com/office/officeart/2016/7/layout/LinearBlockProcessNumbered"/>
    <dgm:cxn modelId="{C78B5431-F1D7-4D51-8DA2-4DDC5C9DC9C0}" srcId="{8908CE69-23CD-4F3D-A6AD-F7A272B2A4F1}" destId="{EB175755-E27A-4B8D-A367-8D3C81ACE611}" srcOrd="1" destOrd="0" parTransId="{A351EE00-D59C-4C9A-8F75-A2C4BBCA92F6}" sibTransId="{9503A2CA-4E8B-4158-93E3-DBE1393A8E73}"/>
    <dgm:cxn modelId="{88423832-9373-48F6-B7C8-E3C1BBF6A422}" type="presOf" srcId="{D3592882-CCCC-40D8-8816-148DF8E321E8}" destId="{45EBC28E-C946-4FD2-84CC-679850B105DC}" srcOrd="0" destOrd="0" presId="urn:microsoft.com/office/officeart/2016/7/layout/LinearBlockProcessNumbered"/>
    <dgm:cxn modelId="{26A0E63A-5646-4C5D-B323-71A83E8A1845}" type="presOf" srcId="{56F5CDB9-E747-4EC1-A040-26DDAEA5BB7E}" destId="{B5EFD32A-FD7D-4BC5-99D4-C5426625CA12}" srcOrd="0" destOrd="0" presId="urn:microsoft.com/office/officeart/2016/7/layout/LinearBlockProcessNumbered"/>
    <dgm:cxn modelId="{9C483E48-71C3-4493-A9BE-C5376DB20FAE}" type="presOf" srcId="{1F943E88-21E4-472D-9325-BB88E17273DB}" destId="{014F23D2-51AC-4445-AFCF-0D1D42139EC5}" srcOrd="1" destOrd="0" presId="urn:microsoft.com/office/officeart/2016/7/layout/LinearBlockProcessNumbered"/>
    <dgm:cxn modelId="{1831155A-783C-43CF-AE16-DA902387CB24}" type="presOf" srcId="{1F943E88-21E4-472D-9325-BB88E17273DB}" destId="{2906A3B3-5BF3-40BD-AF3F-18F8B296A035}" srcOrd="0" destOrd="0" presId="urn:microsoft.com/office/officeart/2016/7/layout/LinearBlockProcessNumbered"/>
    <dgm:cxn modelId="{13CF116B-4DDF-4D06-81F0-A8B94E4648FF}" type="presOf" srcId="{2AD8E7F2-8B51-45DC-B5A7-9044949413CD}" destId="{AD5B581C-125A-4DC2-ADB3-DCC8D90BDD4D}" srcOrd="0" destOrd="0" presId="urn:microsoft.com/office/officeart/2016/7/layout/LinearBlockProcessNumbered"/>
    <dgm:cxn modelId="{D6F17974-BB90-4E4E-8B38-9E0B2775000F}" type="presOf" srcId="{1FE801C2-1069-4950-A138-01D7C3A6C414}" destId="{DEB04D7E-D158-41F1-A8B6-6467F2D95F9B}" srcOrd="0" destOrd="0" presId="urn:microsoft.com/office/officeart/2016/7/layout/LinearBlockProcessNumbered"/>
    <dgm:cxn modelId="{6381197A-5E56-4957-B615-F9B3F1AFD988}" type="presOf" srcId="{408DF528-BD94-4124-87EA-EC8B3C82BD20}" destId="{2725621D-F038-4DAA-AECA-F09AFE46ABD4}" srcOrd="0" destOrd="0" presId="urn:microsoft.com/office/officeart/2016/7/layout/LinearBlockProcessNumbered"/>
    <dgm:cxn modelId="{D4DE448C-CA7B-4590-BFE6-FC2FBBDC1D6E}" type="presOf" srcId="{8908CE69-23CD-4F3D-A6AD-F7A272B2A4F1}" destId="{0049AE3F-843E-46A6-AB02-93B3A8B854A3}" srcOrd="0" destOrd="0" presId="urn:microsoft.com/office/officeart/2016/7/layout/LinearBlockProcessNumbered"/>
    <dgm:cxn modelId="{8162FD9C-BB7B-4DE8-B67C-E383E50737C4}" srcId="{8908CE69-23CD-4F3D-A6AD-F7A272B2A4F1}" destId="{C102B28B-9B41-471F-8340-872029EFDB72}" srcOrd="3" destOrd="0" parTransId="{DFBC9E02-8ADF-4795-AA4D-1C9C0F3BC1B2}" sibTransId="{D3592882-CCCC-40D8-8816-148DF8E321E8}"/>
    <dgm:cxn modelId="{8950FCAF-296B-4FB8-B8CC-B776CDE80493}" type="presOf" srcId="{1FE801C2-1069-4950-A138-01D7C3A6C414}" destId="{AD830A03-46BD-4A8B-BBB1-3B168611BC46}" srcOrd="1" destOrd="0" presId="urn:microsoft.com/office/officeart/2016/7/layout/LinearBlockProcessNumbered"/>
    <dgm:cxn modelId="{1D4DEFC2-B132-433B-9B78-0D3B2000B414}" srcId="{8908CE69-23CD-4F3D-A6AD-F7A272B2A4F1}" destId="{D4B422E4-7C9E-4F16-BD8C-CBE1A8F3A633}" srcOrd="2" destOrd="0" parTransId="{CC26FBBF-F58E-464E-8B8F-06461F0E7553}" sibTransId="{3E1E8EB7-EC74-41AF-87B9-F87B6E4CBA82}"/>
    <dgm:cxn modelId="{9DA784C4-F2BC-4926-8B56-05B82BF7B55E}" type="presOf" srcId="{36553BB7-9B88-41A2-A0AE-F8B472E50DED}" destId="{9B5672AA-BC0F-4F69-918C-7F105FFF34C7}" srcOrd="1" destOrd="0" presId="urn:microsoft.com/office/officeart/2016/7/layout/LinearBlockProcessNumbered"/>
    <dgm:cxn modelId="{FC4286CB-AFB1-4918-994F-50B626BC89A1}" srcId="{8908CE69-23CD-4F3D-A6AD-F7A272B2A4F1}" destId="{36553BB7-9B88-41A2-A0AE-F8B472E50DED}" srcOrd="0" destOrd="0" parTransId="{59CA09CA-BFEC-4022-86D6-070A3A8D46A1}" sibTransId="{408DF528-BD94-4124-87EA-EC8B3C82BD20}"/>
    <dgm:cxn modelId="{8AC75CD1-3012-40DF-B3E0-5D0C87EC5972}" type="presOf" srcId="{D4B422E4-7C9E-4F16-BD8C-CBE1A8F3A633}" destId="{8204BD53-791A-4764-9F45-7E6650357AEF}" srcOrd="1" destOrd="0" presId="urn:microsoft.com/office/officeart/2016/7/layout/LinearBlockProcessNumbered"/>
    <dgm:cxn modelId="{79CC7CD6-419F-4199-B053-371EA10E744F}" srcId="{8908CE69-23CD-4F3D-A6AD-F7A272B2A4F1}" destId="{1F943E88-21E4-472D-9325-BB88E17273DB}" srcOrd="6" destOrd="0" parTransId="{52895530-C64A-45A4-8E3F-43E76560164B}" sibTransId="{73D8D476-70D4-42B3-871C-34B2E23EA7DC}"/>
    <dgm:cxn modelId="{8B95E4DF-89F7-4C0F-8AE3-A11B99A67AFC}" type="presOf" srcId="{36553BB7-9B88-41A2-A0AE-F8B472E50DED}" destId="{D4110A7B-F61B-4D1A-B15D-6B455396B3D8}" srcOrd="0" destOrd="0" presId="urn:microsoft.com/office/officeart/2016/7/layout/LinearBlockProcessNumbered"/>
    <dgm:cxn modelId="{E1F879E4-4BC9-4EBD-8139-EF690758FD7B}" type="presOf" srcId="{EB175755-E27A-4B8D-A367-8D3C81ACE611}" destId="{F0406525-15E1-4F8D-98A4-F98FE19AE2C8}" srcOrd="1" destOrd="0" presId="urn:microsoft.com/office/officeart/2016/7/layout/LinearBlockProcessNumbered"/>
    <dgm:cxn modelId="{74071FF1-C2A4-4D5A-8C09-0B6C8B98B070}" type="presOf" srcId="{73D8D476-70D4-42B3-871C-34B2E23EA7DC}" destId="{502645E5-E180-4273-94FC-AB98A1175429}" srcOrd="0" destOrd="0" presId="urn:microsoft.com/office/officeart/2016/7/layout/LinearBlockProcessNumbered"/>
    <dgm:cxn modelId="{AA4F30A2-88B6-498F-A31D-E115A004B7F4}" type="presParOf" srcId="{0049AE3F-843E-46A6-AB02-93B3A8B854A3}" destId="{A80E104A-2528-4E2B-B457-9A0C85E5D579}" srcOrd="0" destOrd="0" presId="urn:microsoft.com/office/officeart/2016/7/layout/LinearBlockProcessNumbered"/>
    <dgm:cxn modelId="{CEDFB873-A647-43C0-8BAA-E2F17B40684F}" type="presParOf" srcId="{A80E104A-2528-4E2B-B457-9A0C85E5D579}" destId="{D4110A7B-F61B-4D1A-B15D-6B455396B3D8}" srcOrd="0" destOrd="0" presId="urn:microsoft.com/office/officeart/2016/7/layout/LinearBlockProcessNumbered"/>
    <dgm:cxn modelId="{EE56A35C-24BE-48A8-BD89-FF8A64236B23}" type="presParOf" srcId="{A80E104A-2528-4E2B-B457-9A0C85E5D579}" destId="{2725621D-F038-4DAA-AECA-F09AFE46ABD4}" srcOrd="1" destOrd="0" presId="urn:microsoft.com/office/officeart/2016/7/layout/LinearBlockProcessNumbered"/>
    <dgm:cxn modelId="{BA68184E-0A64-441F-B155-65D4F88EDA67}" type="presParOf" srcId="{A80E104A-2528-4E2B-B457-9A0C85E5D579}" destId="{9B5672AA-BC0F-4F69-918C-7F105FFF34C7}" srcOrd="2" destOrd="0" presId="urn:microsoft.com/office/officeart/2016/7/layout/LinearBlockProcessNumbered"/>
    <dgm:cxn modelId="{31468AE1-1AAF-49C9-A0C3-C79331FDDFA0}" type="presParOf" srcId="{0049AE3F-843E-46A6-AB02-93B3A8B854A3}" destId="{32151FDA-BECB-45F9-B55E-6600377C3530}" srcOrd="1" destOrd="0" presId="urn:microsoft.com/office/officeart/2016/7/layout/LinearBlockProcessNumbered"/>
    <dgm:cxn modelId="{2E7B80B5-7538-4983-BC60-6DB6A6AA5A3C}" type="presParOf" srcId="{0049AE3F-843E-46A6-AB02-93B3A8B854A3}" destId="{A7595223-D8E8-43E9-94AF-4925443DF227}" srcOrd="2" destOrd="0" presId="urn:microsoft.com/office/officeart/2016/7/layout/LinearBlockProcessNumbered"/>
    <dgm:cxn modelId="{92660E40-1987-4F19-ACDE-8ED98620F8B0}" type="presParOf" srcId="{A7595223-D8E8-43E9-94AF-4925443DF227}" destId="{F32A3DF3-7822-488D-99D5-9920772362CA}" srcOrd="0" destOrd="0" presId="urn:microsoft.com/office/officeart/2016/7/layout/LinearBlockProcessNumbered"/>
    <dgm:cxn modelId="{08F4AD4B-3CBE-4321-958C-4DE0F3FDB5B8}" type="presParOf" srcId="{A7595223-D8E8-43E9-94AF-4925443DF227}" destId="{55E8BBA6-968D-4EC3-8DA9-7E2E2811A31C}" srcOrd="1" destOrd="0" presId="urn:microsoft.com/office/officeart/2016/7/layout/LinearBlockProcessNumbered"/>
    <dgm:cxn modelId="{12C68D35-B7AC-4923-A3BF-D318AE38A30E}" type="presParOf" srcId="{A7595223-D8E8-43E9-94AF-4925443DF227}" destId="{F0406525-15E1-4F8D-98A4-F98FE19AE2C8}" srcOrd="2" destOrd="0" presId="urn:microsoft.com/office/officeart/2016/7/layout/LinearBlockProcessNumbered"/>
    <dgm:cxn modelId="{EBEFECCD-FC96-4B6B-AD88-7B68BB45B03F}" type="presParOf" srcId="{0049AE3F-843E-46A6-AB02-93B3A8B854A3}" destId="{A8C25C6C-DA54-4620-A8F9-E2347DE60E80}" srcOrd="3" destOrd="0" presId="urn:microsoft.com/office/officeart/2016/7/layout/LinearBlockProcessNumbered"/>
    <dgm:cxn modelId="{13F50842-7E9F-41E3-89EB-2485E7366BCF}" type="presParOf" srcId="{0049AE3F-843E-46A6-AB02-93B3A8B854A3}" destId="{B4FC98BA-51D0-41C1-AEE5-024233790A41}" srcOrd="4" destOrd="0" presId="urn:microsoft.com/office/officeart/2016/7/layout/LinearBlockProcessNumbered"/>
    <dgm:cxn modelId="{940D0EA7-29DD-4A78-A61B-6370F0203E7B}" type="presParOf" srcId="{B4FC98BA-51D0-41C1-AEE5-024233790A41}" destId="{C0BF7558-2189-460D-AC58-CEE4A9DF53A1}" srcOrd="0" destOrd="0" presId="urn:microsoft.com/office/officeart/2016/7/layout/LinearBlockProcessNumbered"/>
    <dgm:cxn modelId="{B8D976BD-66DB-423D-AF8E-F2C508EFE205}" type="presParOf" srcId="{B4FC98BA-51D0-41C1-AEE5-024233790A41}" destId="{64EF7036-4A46-498D-B65D-4EE931C06415}" srcOrd="1" destOrd="0" presId="urn:microsoft.com/office/officeart/2016/7/layout/LinearBlockProcessNumbered"/>
    <dgm:cxn modelId="{CE5C23C2-BEB7-4F9F-89B9-596BC6BC07B5}" type="presParOf" srcId="{B4FC98BA-51D0-41C1-AEE5-024233790A41}" destId="{8204BD53-791A-4764-9F45-7E6650357AEF}" srcOrd="2" destOrd="0" presId="urn:microsoft.com/office/officeart/2016/7/layout/LinearBlockProcessNumbered"/>
    <dgm:cxn modelId="{EF4BD941-67A9-4110-90FB-BCB77A05B335}" type="presParOf" srcId="{0049AE3F-843E-46A6-AB02-93B3A8B854A3}" destId="{04A824A5-5785-4D97-8885-5C03DBECD32A}" srcOrd="5" destOrd="0" presId="urn:microsoft.com/office/officeart/2016/7/layout/LinearBlockProcessNumbered"/>
    <dgm:cxn modelId="{807B1573-B56E-4917-8EDF-726AE12A8B98}" type="presParOf" srcId="{0049AE3F-843E-46A6-AB02-93B3A8B854A3}" destId="{59F72336-2915-4355-B961-B277958422C0}" srcOrd="6" destOrd="0" presId="urn:microsoft.com/office/officeart/2016/7/layout/LinearBlockProcessNumbered"/>
    <dgm:cxn modelId="{3676FAA0-92B1-43E4-9108-01ED1D455B13}" type="presParOf" srcId="{59F72336-2915-4355-B961-B277958422C0}" destId="{589965B9-5E4B-4CDF-8250-9730C77698D1}" srcOrd="0" destOrd="0" presId="urn:microsoft.com/office/officeart/2016/7/layout/LinearBlockProcessNumbered"/>
    <dgm:cxn modelId="{6A5A4882-CAB2-492B-B303-5F959084AD1A}" type="presParOf" srcId="{59F72336-2915-4355-B961-B277958422C0}" destId="{45EBC28E-C946-4FD2-84CC-679850B105DC}" srcOrd="1" destOrd="0" presId="urn:microsoft.com/office/officeart/2016/7/layout/LinearBlockProcessNumbered"/>
    <dgm:cxn modelId="{43F24751-18B6-4F0E-B73F-C5887EFF6705}" type="presParOf" srcId="{59F72336-2915-4355-B961-B277958422C0}" destId="{CC91E6CD-A815-4090-B631-11B354D08742}" srcOrd="2" destOrd="0" presId="urn:microsoft.com/office/officeart/2016/7/layout/LinearBlockProcessNumbered"/>
    <dgm:cxn modelId="{2FBD07FE-FA24-4B1F-8C87-D98CC57B6701}" type="presParOf" srcId="{0049AE3F-843E-46A6-AB02-93B3A8B854A3}" destId="{19EC104A-4EBF-49C5-9DB6-EE6973CA404E}" srcOrd="7" destOrd="0" presId="urn:microsoft.com/office/officeart/2016/7/layout/LinearBlockProcessNumbered"/>
    <dgm:cxn modelId="{52EB97C9-83B5-451A-A589-EB4CE9A982D7}" type="presParOf" srcId="{0049AE3F-843E-46A6-AB02-93B3A8B854A3}" destId="{DE842AD7-1824-4FE4-BBE5-761CA1E3C955}" srcOrd="8" destOrd="0" presId="urn:microsoft.com/office/officeart/2016/7/layout/LinearBlockProcessNumbered"/>
    <dgm:cxn modelId="{B69821AF-7A14-4F4B-9322-03A2DCA9C76F}" type="presParOf" srcId="{DE842AD7-1824-4FE4-BBE5-761CA1E3C955}" destId="{AD5B581C-125A-4DC2-ADB3-DCC8D90BDD4D}" srcOrd="0" destOrd="0" presId="urn:microsoft.com/office/officeart/2016/7/layout/LinearBlockProcessNumbered"/>
    <dgm:cxn modelId="{C42E403F-FC82-4679-80A3-40F0214C86FA}" type="presParOf" srcId="{DE842AD7-1824-4FE4-BBE5-761CA1E3C955}" destId="{B5EFD32A-FD7D-4BC5-99D4-C5426625CA12}" srcOrd="1" destOrd="0" presId="urn:microsoft.com/office/officeart/2016/7/layout/LinearBlockProcessNumbered"/>
    <dgm:cxn modelId="{6579828F-E727-40EB-B2C9-C042659FA43A}" type="presParOf" srcId="{DE842AD7-1824-4FE4-BBE5-761CA1E3C955}" destId="{1C6B7973-2551-4DAA-B574-AC152E56CCAF}" srcOrd="2" destOrd="0" presId="urn:microsoft.com/office/officeart/2016/7/layout/LinearBlockProcessNumbered"/>
    <dgm:cxn modelId="{04B90290-8DB6-4140-9838-7577758CBB14}" type="presParOf" srcId="{0049AE3F-843E-46A6-AB02-93B3A8B854A3}" destId="{0D482C49-7CFD-4152-96A4-AE1F30BDA8A8}" srcOrd="9" destOrd="0" presId="urn:microsoft.com/office/officeart/2016/7/layout/LinearBlockProcessNumbered"/>
    <dgm:cxn modelId="{CBA26B63-F2AE-4EBB-88FA-6197EDE77257}" type="presParOf" srcId="{0049AE3F-843E-46A6-AB02-93B3A8B854A3}" destId="{DA3642FD-1DFE-4EC7-8246-C5A7710166B1}" srcOrd="10" destOrd="0" presId="urn:microsoft.com/office/officeart/2016/7/layout/LinearBlockProcessNumbered"/>
    <dgm:cxn modelId="{3B072A93-0606-439D-9DCD-C895DE5A3F5F}" type="presParOf" srcId="{DA3642FD-1DFE-4EC7-8246-C5A7710166B1}" destId="{DEB04D7E-D158-41F1-A8B6-6467F2D95F9B}" srcOrd="0" destOrd="0" presId="urn:microsoft.com/office/officeart/2016/7/layout/LinearBlockProcessNumbered"/>
    <dgm:cxn modelId="{C8D5146B-9CAA-4E0C-AC7D-8B207779B39E}" type="presParOf" srcId="{DA3642FD-1DFE-4EC7-8246-C5A7710166B1}" destId="{AC1659D3-A8FF-49E7-9302-5FD40C8E3579}" srcOrd="1" destOrd="0" presId="urn:microsoft.com/office/officeart/2016/7/layout/LinearBlockProcessNumbered"/>
    <dgm:cxn modelId="{F056D478-8631-41C2-9909-61BA628C79FB}" type="presParOf" srcId="{DA3642FD-1DFE-4EC7-8246-C5A7710166B1}" destId="{AD830A03-46BD-4A8B-BBB1-3B168611BC46}" srcOrd="2" destOrd="0" presId="urn:microsoft.com/office/officeart/2016/7/layout/LinearBlockProcessNumbered"/>
    <dgm:cxn modelId="{769E02B9-03FB-4522-8B57-FF02293041A0}" type="presParOf" srcId="{0049AE3F-843E-46A6-AB02-93B3A8B854A3}" destId="{B067C2D2-5B81-4F8A-A31F-3B8A184DFC08}" srcOrd="11" destOrd="0" presId="urn:microsoft.com/office/officeart/2016/7/layout/LinearBlockProcessNumbered"/>
    <dgm:cxn modelId="{9EAA7282-513F-4B52-B62F-987E3134C39D}" type="presParOf" srcId="{0049AE3F-843E-46A6-AB02-93B3A8B854A3}" destId="{502C0BAA-F64F-4ACD-936D-AF672E2FEBE3}" srcOrd="12" destOrd="0" presId="urn:microsoft.com/office/officeart/2016/7/layout/LinearBlockProcessNumbered"/>
    <dgm:cxn modelId="{F69106D7-BCA8-4BC1-A201-CB711FD8F035}" type="presParOf" srcId="{502C0BAA-F64F-4ACD-936D-AF672E2FEBE3}" destId="{2906A3B3-5BF3-40BD-AF3F-18F8B296A035}" srcOrd="0" destOrd="0" presId="urn:microsoft.com/office/officeart/2016/7/layout/LinearBlockProcessNumbered"/>
    <dgm:cxn modelId="{0E35CB54-F09A-4075-A11E-8E8D53F8059B}" type="presParOf" srcId="{502C0BAA-F64F-4ACD-936D-AF672E2FEBE3}" destId="{502645E5-E180-4273-94FC-AB98A1175429}" srcOrd="1" destOrd="0" presId="urn:microsoft.com/office/officeart/2016/7/layout/LinearBlockProcessNumbered"/>
    <dgm:cxn modelId="{FFC89DE5-D52B-4E4C-8E89-744059AEA000}" type="presParOf" srcId="{502C0BAA-F64F-4ACD-936D-AF672E2FEBE3}" destId="{014F23D2-51AC-4445-AFCF-0D1D42139EC5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4E444E-0620-4EDF-879E-0DAF1929945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FA5E59-6432-4FB8-B1BB-B9A435CA0A1A}">
      <dgm:prSet/>
      <dgm:spPr/>
      <dgm:t>
        <a:bodyPr/>
        <a:lstStyle/>
        <a:p>
          <a:r>
            <a:rPr lang="en-US" b="1"/>
            <a:t>Future improvements:</a:t>
          </a:r>
          <a:endParaRPr lang="en-US"/>
        </a:p>
      </dgm:t>
    </dgm:pt>
    <dgm:pt modelId="{7496A639-4150-498E-9B90-FE40F9F257CE}" type="parTrans" cxnId="{E2AC1BD0-2D93-412A-BBC6-8B5A9A608755}">
      <dgm:prSet/>
      <dgm:spPr/>
      <dgm:t>
        <a:bodyPr/>
        <a:lstStyle/>
        <a:p>
          <a:endParaRPr lang="en-US"/>
        </a:p>
      </dgm:t>
    </dgm:pt>
    <dgm:pt modelId="{4CA62FCF-6250-488B-8365-F4E3BD6602DB}" type="sibTrans" cxnId="{E2AC1BD0-2D93-412A-BBC6-8B5A9A608755}">
      <dgm:prSet/>
      <dgm:spPr/>
      <dgm:t>
        <a:bodyPr/>
        <a:lstStyle/>
        <a:p>
          <a:endParaRPr lang="en-US"/>
        </a:p>
      </dgm:t>
    </dgm:pt>
    <dgm:pt modelId="{D6B5916E-B684-4E63-8B6A-9272E0E7E6BD}">
      <dgm:prSet/>
      <dgm:spPr/>
      <dgm:t>
        <a:bodyPr/>
        <a:lstStyle/>
        <a:p>
          <a:r>
            <a:rPr lang="en-US" b="1"/>
            <a:t>Evaluation</a:t>
          </a:r>
          <a:endParaRPr lang="en-US"/>
        </a:p>
      </dgm:t>
    </dgm:pt>
    <dgm:pt modelId="{C2F6EC9E-1680-4C53-81C4-3EB4DD53C5A7}" type="parTrans" cxnId="{BCB30EAC-31BD-465A-A60B-2916AC86F719}">
      <dgm:prSet/>
      <dgm:spPr/>
      <dgm:t>
        <a:bodyPr/>
        <a:lstStyle/>
        <a:p>
          <a:endParaRPr lang="en-US"/>
        </a:p>
      </dgm:t>
    </dgm:pt>
    <dgm:pt modelId="{506AF2C9-42A9-4E0C-9374-36883B14C3D4}" type="sibTrans" cxnId="{BCB30EAC-31BD-465A-A60B-2916AC86F719}">
      <dgm:prSet/>
      <dgm:spPr/>
      <dgm:t>
        <a:bodyPr/>
        <a:lstStyle/>
        <a:p>
          <a:endParaRPr lang="en-US"/>
        </a:p>
      </dgm:t>
    </dgm:pt>
    <dgm:pt modelId="{13BFBF39-8732-485A-A733-096EBC30915D}">
      <dgm:prSet/>
      <dgm:spPr/>
      <dgm:t>
        <a:bodyPr/>
        <a:lstStyle/>
        <a:p>
          <a:r>
            <a:rPr lang="en-US"/>
            <a:t>Confusion Matrix</a:t>
          </a:r>
        </a:p>
      </dgm:t>
    </dgm:pt>
    <dgm:pt modelId="{A6C460D3-FAC8-4586-A539-9EB863C20830}" type="parTrans" cxnId="{FC8FCBD5-4CF3-4B70-BF62-DDD25AECB04C}">
      <dgm:prSet/>
      <dgm:spPr/>
      <dgm:t>
        <a:bodyPr/>
        <a:lstStyle/>
        <a:p>
          <a:endParaRPr lang="en-US"/>
        </a:p>
      </dgm:t>
    </dgm:pt>
    <dgm:pt modelId="{B692848F-0D34-4821-8542-3F5877D4D8A8}" type="sibTrans" cxnId="{FC8FCBD5-4CF3-4B70-BF62-DDD25AECB04C}">
      <dgm:prSet/>
      <dgm:spPr/>
      <dgm:t>
        <a:bodyPr/>
        <a:lstStyle/>
        <a:p>
          <a:endParaRPr lang="en-US"/>
        </a:p>
      </dgm:t>
    </dgm:pt>
    <dgm:pt modelId="{3D466444-86BD-4548-91E0-A4AC404E3594}">
      <dgm:prSet/>
      <dgm:spPr/>
      <dgm:t>
        <a:bodyPr/>
        <a:lstStyle/>
        <a:p>
          <a:r>
            <a:rPr lang="en-US"/>
            <a:t>Precision, Recall, F1 Score</a:t>
          </a:r>
        </a:p>
      </dgm:t>
    </dgm:pt>
    <dgm:pt modelId="{BE732D19-1ECD-4479-9D1C-E039EAF64102}" type="parTrans" cxnId="{4C058E3D-1EBC-4F04-97E8-66BF5DBAC975}">
      <dgm:prSet/>
      <dgm:spPr/>
      <dgm:t>
        <a:bodyPr/>
        <a:lstStyle/>
        <a:p>
          <a:endParaRPr lang="en-US"/>
        </a:p>
      </dgm:t>
    </dgm:pt>
    <dgm:pt modelId="{7A762106-7099-4453-9D4B-7EE39B8A8CF9}" type="sibTrans" cxnId="{4C058E3D-1EBC-4F04-97E8-66BF5DBAC975}">
      <dgm:prSet/>
      <dgm:spPr/>
      <dgm:t>
        <a:bodyPr/>
        <a:lstStyle/>
        <a:p>
          <a:endParaRPr lang="en-US"/>
        </a:p>
      </dgm:t>
    </dgm:pt>
    <dgm:pt modelId="{31CB323F-DFE3-417D-B3E6-32441C3BC5A7}">
      <dgm:prSet/>
      <dgm:spPr/>
      <dgm:t>
        <a:bodyPr/>
        <a:lstStyle/>
        <a:p>
          <a:r>
            <a:rPr lang="en-US" b="1"/>
            <a:t>Deployment</a:t>
          </a:r>
          <a:endParaRPr lang="en-US"/>
        </a:p>
      </dgm:t>
    </dgm:pt>
    <dgm:pt modelId="{D4D565DB-2E81-4BF2-8B10-2E3AE6B7FFF9}" type="parTrans" cxnId="{08A4F0AD-88E3-403B-BF80-792247750FA4}">
      <dgm:prSet/>
      <dgm:spPr/>
      <dgm:t>
        <a:bodyPr/>
        <a:lstStyle/>
        <a:p>
          <a:endParaRPr lang="en-US"/>
        </a:p>
      </dgm:t>
    </dgm:pt>
    <dgm:pt modelId="{AD539AA2-5C31-48C6-B3C6-B054C35D21E7}" type="sibTrans" cxnId="{08A4F0AD-88E3-403B-BF80-792247750FA4}">
      <dgm:prSet/>
      <dgm:spPr/>
      <dgm:t>
        <a:bodyPr/>
        <a:lstStyle/>
        <a:p>
          <a:endParaRPr lang="en-US"/>
        </a:p>
      </dgm:t>
    </dgm:pt>
    <dgm:pt modelId="{C05805CA-A32C-4514-AB80-7CCCADAF9BCA}">
      <dgm:prSet/>
      <dgm:spPr/>
      <dgm:t>
        <a:bodyPr/>
        <a:lstStyle/>
        <a:p>
          <a:r>
            <a:rPr lang="en-US"/>
            <a:t>Build web interface</a:t>
          </a:r>
        </a:p>
      </dgm:t>
    </dgm:pt>
    <dgm:pt modelId="{1F8DBBC8-EF81-49EE-994C-A5D5B5049DFF}" type="parTrans" cxnId="{2BC8614A-1303-4283-85D2-F3E5876EC9EB}">
      <dgm:prSet/>
      <dgm:spPr/>
      <dgm:t>
        <a:bodyPr/>
        <a:lstStyle/>
        <a:p>
          <a:endParaRPr lang="en-US"/>
        </a:p>
      </dgm:t>
    </dgm:pt>
    <dgm:pt modelId="{43E8ACE9-4BBA-415F-A28A-9D55A061F928}" type="sibTrans" cxnId="{2BC8614A-1303-4283-85D2-F3E5876EC9EB}">
      <dgm:prSet/>
      <dgm:spPr/>
      <dgm:t>
        <a:bodyPr/>
        <a:lstStyle/>
        <a:p>
          <a:endParaRPr lang="en-US"/>
        </a:p>
      </dgm:t>
    </dgm:pt>
    <dgm:pt modelId="{CBE05630-F6FA-4E37-8B61-982D9332CC47}">
      <dgm:prSet/>
      <dgm:spPr/>
      <dgm:t>
        <a:bodyPr/>
        <a:lstStyle/>
        <a:p>
          <a:r>
            <a:rPr lang="en-US"/>
            <a:t>Upload leaf image for prediction</a:t>
          </a:r>
        </a:p>
      </dgm:t>
    </dgm:pt>
    <dgm:pt modelId="{F9FFEDD0-883D-4210-B305-FA6E71A28BBD}" type="parTrans" cxnId="{52C0A52E-2FCA-4028-8550-7B08D1211751}">
      <dgm:prSet/>
      <dgm:spPr/>
      <dgm:t>
        <a:bodyPr/>
        <a:lstStyle/>
        <a:p>
          <a:endParaRPr lang="en-US"/>
        </a:p>
      </dgm:t>
    </dgm:pt>
    <dgm:pt modelId="{EF98082E-712C-4432-A688-3F9BECE38F4B}" type="sibTrans" cxnId="{52C0A52E-2FCA-4028-8550-7B08D1211751}">
      <dgm:prSet/>
      <dgm:spPr/>
      <dgm:t>
        <a:bodyPr/>
        <a:lstStyle/>
        <a:p>
          <a:endParaRPr lang="en-US"/>
        </a:p>
      </dgm:t>
    </dgm:pt>
    <dgm:pt modelId="{13EDF49A-459F-4823-9CA8-AA248068A30F}" type="pres">
      <dgm:prSet presAssocID="{9D4E444E-0620-4EDF-879E-0DAF19299459}" presName="linear" presStyleCnt="0">
        <dgm:presLayoutVars>
          <dgm:animLvl val="lvl"/>
          <dgm:resizeHandles val="exact"/>
        </dgm:presLayoutVars>
      </dgm:prSet>
      <dgm:spPr/>
    </dgm:pt>
    <dgm:pt modelId="{7A826CE6-6395-4223-BFCC-58A2A0C092B6}" type="pres">
      <dgm:prSet presAssocID="{D4FA5E59-6432-4FB8-B1BB-B9A435CA0A1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C5DB7B8-7E49-4774-A4F5-DBACC2D35CCA}" type="pres">
      <dgm:prSet presAssocID="{4CA62FCF-6250-488B-8365-F4E3BD6602DB}" presName="spacer" presStyleCnt="0"/>
      <dgm:spPr/>
    </dgm:pt>
    <dgm:pt modelId="{40DADD9E-B019-4EB8-85CD-19D4D2E1C755}" type="pres">
      <dgm:prSet presAssocID="{D6B5916E-B684-4E63-8B6A-9272E0E7E6B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4C0E0F0-AAD3-4791-A793-918FCCD43550}" type="pres">
      <dgm:prSet presAssocID="{506AF2C9-42A9-4E0C-9374-36883B14C3D4}" presName="spacer" presStyleCnt="0"/>
      <dgm:spPr/>
    </dgm:pt>
    <dgm:pt modelId="{2DEE29FB-8BBE-4D0A-944E-F0F6729C283E}" type="pres">
      <dgm:prSet presAssocID="{13BFBF39-8732-485A-A733-096EBC30915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AC6D8809-255C-42E6-8BDC-48B8260E8492}" type="pres">
      <dgm:prSet presAssocID="{B692848F-0D34-4821-8542-3F5877D4D8A8}" presName="spacer" presStyleCnt="0"/>
      <dgm:spPr/>
    </dgm:pt>
    <dgm:pt modelId="{401FBF91-5F2C-40C0-821E-797BF97FB06D}" type="pres">
      <dgm:prSet presAssocID="{3D466444-86BD-4548-91E0-A4AC404E359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A80ED2E-43C3-4FD7-984A-93BD4E3F2EC5}" type="pres">
      <dgm:prSet presAssocID="{7A762106-7099-4453-9D4B-7EE39B8A8CF9}" presName="spacer" presStyleCnt="0"/>
      <dgm:spPr/>
    </dgm:pt>
    <dgm:pt modelId="{F4DBC5E6-605A-4FDE-993E-7C0EF0255B8F}" type="pres">
      <dgm:prSet presAssocID="{31CB323F-DFE3-417D-B3E6-32441C3BC5A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30EC71F-AAC9-4244-8058-10977E23D606}" type="pres">
      <dgm:prSet presAssocID="{AD539AA2-5C31-48C6-B3C6-B054C35D21E7}" presName="spacer" presStyleCnt="0"/>
      <dgm:spPr/>
    </dgm:pt>
    <dgm:pt modelId="{AA2F14A4-8A1D-46AB-8357-F7E8237D54EA}" type="pres">
      <dgm:prSet presAssocID="{C05805CA-A32C-4514-AB80-7CCCADAF9BC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64297F1-DB1F-4E47-843E-895A5FC2EB4D}" type="pres">
      <dgm:prSet presAssocID="{43E8ACE9-4BBA-415F-A28A-9D55A061F928}" presName="spacer" presStyleCnt="0"/>
      <dgm:spPr/>
    </dgm:pt>
    <dgm:pt modelId="{E8D805E7-ED44-485D-85E7-789B93A55F9A}" type="pres">
      <dgm:prSet presAssocID="{CBE05630-F6FA-4E37-8B61-982D9332CC4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7398EE25-C983-4FB8-A4DA-BD339705E08F}" type="presOf" srcId="{D4FA5E59-6432-4FB8-B1BB-B9A435CA0A1A}" destId="{7A826CE6-6395-4223-BFCC-58A2A0C092B6}" srcOrd="0" destOrd="0" presId="urn:microsoft.com/office/officeart/2005/8/layout/vList2"/>
    <dgm:cxn modelId="{52C0A52E-2FCA-4028-8550-7B08D1211751}" srcId="{9D4E444E-0620-4EDF-879E-0DAF19299459}" destId="{CBE05630-F6FA-4E37-8B61-982D9332CC47}" srcOrd="6" destOrd="0" parTransId="{F9FFEDD0-883D-4210-B305-FA6E71A28BBD}" sibTransId="{EF98082E-712C-4432-A688-3F9BECE38F4B}"/>
    <dgm:cxn modelId="{F3217B31-270A-4B0B-8151-7FB0F36FACC6}" type="presOf" srcId="{31CB323F-DFE3-417D-B3E6-32441C3BC5A7}" destId="{F4DBC5E6-605A-4FDE-993E-7C0EF0255B8F}" srcOrd="0" destOrd="0" presId="urn:microsoft.com/office/officeart/2005/8/layout/vList2"/>
    <dgm:cxn modelId="{ACA20D36-03F0-4770-96DC-A01577C4C120}" type="presOf" srcId="{9D4E444E-0620-4EDF-879E-0DAF19299459}" destId="{13EDF49A-459F-4823-9CA8-AA248068A30F}" srcOrd="0" destOrd="0" presId="urn:microsoft.com/office/officeart/2005/8/layout/vList2"/>
    <dgm:cxn modelId="{4C058E3D-1EBC-4F04-97E8-66BF5DBAC975}" srcId="{9D4E444E-0620-4EDF-879E-0DAF19299459}" destId="{3D466444-86BD-4548-91E0-A4AC404E3594}" srcOrd="3" destOrd="0" parTransId="{BE732D19-1ECD-4479-9D1C-E039EAF64102}" sibTransId="{7A762106-7099-4453-9D4B-7EE39B8A8CF9}"/>
    <dgm:cxn modelId="{D8D50343-C070-404D-84CC-C624BA90412D}" type="presOf" srcId="{CBE05630-F6FA-4E37-8B61-982D9332CC47}" destId="{E8D805E7-ED44-485D-85E7-789B93A55F9A}" srcOrd="0" destOrd="0" presId="urn:microsoft.com/office/officeart/2005/8/layout/vList2"/>
    <dgm:cxn modelId="{2BC8614A-1303-4283-85D2-F3E5876EC9EB}" srcId="{9D4E444E-0620-4EDF-879E-0DAF19299459}" destId="{C05805CA-A32C-4514-AB80-7CCCADAF9BCA}" srcOrd="5" destOrd="0" parTransId="{1F8DBBC8-EF81-49EE-994C-A5D5B5049DFF}" sibTransId="{43E8ACE9-4BBA-415F-A28A-9D55A061F928}"/>
    <dgm:cxn modelId="{29582F82-4B07-4B13-B078-A2FCF970D548}" type="presOf" srcId="{3D466444-86BD-4548-91E0-A4AC404E3594}" destId="{401FBF91-5F2C-40C0-821E-797BF97FB06D}" srcOrd="0" destOrd="0" presId="urn:microsoft.com/office/officeart/2005/8/layout/vList2"/>
    <dgm:cxn modelId="{BCB30EAC-31BD-465A-A60B-2916AC86F719}" srcId="{9D4E444E-0620-4EDF-879E-0DAF19299459}" destId="{D6B5916E-B684-4E63-8B6A-9272E0E7E6BD}" srcOrd="1" destOrd="0" parTransId="{C2F6EC9E-1680-4C53-81C4-3EB4DD53C5A7}" sibTransId="{506AF2C9-42A9-4E0C-9374-36883B14C3D4}"/>
    <dgm:cxn modelId="{08A4F0AD-88E3-403B-BF80-792247750FA4}" srcId="{9D4E444E-0620-4EDF-879E-0DAF19299459}" destId="{31CB323F-DFE3-417D-B3E6-32441C3BC5A7}" srcOrd="4" destOrd="0" parTransId="{D4D565DB-2E81-4BF2-8B10-2E3AE6B7FFF9}" sibTransId="{AD539AA2-5C31-48C6-B3C6-B054C35D21E7}"/>
    <dgm:cxn modelId="{8B4395C2-595B-4B72-AA41-B51DE6ABB260}" type="presOf" srcId="{C05805CA-A32C-4514-AB80-7CCCADAF9BCA}" destId="{AA2F14A4-8A1D-46AB-8357-F7E8237D54EA}" srcOrd="0" destOrd="0" presId="urn:microsoft.com/office/officeart/2005/8/layout/vList2"/>
    <dgm:cxn modelId="{E2AC1BD0-2D93-412A-BBC6-8B5A9A608755}" srcId="{9D4E444E-0620-4EDF-879E-0DAF19299459}" destId="{D4FA5E59-6432-4FB8-B1BB-B9A435CA0A1A}" srcOrd="0" destOrd="0" parTransId="{7496A639-4150-498E-9B90-FE40F9F257CE}" sibTransId="{4CA62FCF-6250-488B-8365-F4E3BD6602DB}"/>
    <dgm:cxn modelId="{FC8FCBD5-4CF3-4B70-BF62-DDD25AECB04C}" srcId="{9D4E444E-0620-4EDF-879E-0DAF19299459}" destId="{13BFBF39-8732-485A-A733-096EBC30915D}" srcOrd="2" destOrd="0" parTransId="{A6C460D3-FAC8-4586-A539-9EB863C20830}" sibTransId="{B692848F-0D34-4821-8542-3F5877D4D8A8}"/>
    <dgm:cxn modelId="{D24771DF-C612-404A-A3F7-1566C7AD510B}" type="presOf" srcId="{D6B5916E-B684-4E63-8B6A-9272E0E7E6BD}" destId="{40DADD9E-B019-4EB8-85CD-19D4D2E1C755}" srcOrd="0" destOrd="0" presId="urn:microsoft.com/office/officeart/2005/8/layout/vList2"/>
    <dgm:cxn modelId="{16681EF1-E1C7-4BC2-8728-0B9EAB9FBCCC}" type="presOf" srcId="{13BFBF39-8732-485A-A733-096EBC30915D}" destId="{2DEE29FB-8BBE-4D0A-944E-F0F6729C283E}" srcOrd="0" destOrd="0" presId="urn:microsoft.com/office/officeart/2005/8/layout/vList2"/>
    <dgm:cxn modelId="{52275502-861D-483D-A3A7-5951C43F7D2A}" type="presParOf" srcId="{13EDF49A-459F-4823-9CA8-AA248068A30F}" destId="{7A826CE6-6395-4223-BFCC-58A2A0C092B6}" srcOrd="0" destOrd="0" presId="urn:microsoft.com/office/officeart/2005/8/layout/vList2"/>
    <dgm:cxn modelId="{EA6CB9F1-17B4-45EF-94FB-DBDE73A4BE79}" type="presParOf" srcId="{13EDF49A-459F-4823-9CA8-AA248068A30F}" destId="{3C5DB7B8-7E49-4774-A4F5-DBACC2D35CCA}" srcOrd="1" destOrd="0" presId="urn:microsoft.com/office/officeart/2005/8/layout/vList2"/>
    <dgm:cxn modelId="{0F57A12D-2FF9-4774-83A3-CBE97BA52C50}" type="presParOf" srcId="{13EDF49A-459F-4823-9CA8-AA248068A30F}" destId="{40DADD9E-B019-4EB8-85CD-19D4D2E1C755}" srcOrd="2" destOrd="0" presId="urn:microsoft.com/office/officeart/2005/8/layout/vList2"/>
    <dgm:cxn modelId="{31FF1B0F-4EFE-49BB-A3A9-311EBEE8A30F}" type="presParOf" srcId="{13EDF49A-459F-4823-9CA8-AA248068A30F}" destId="{F4C0E0F0-AAD3-4791-A793-918FCCD43550}" srcOrd="3" destOrd="0" presId="urn:microsoft.com/office/officeart/2005/8/layout/vList2"/>
    <dgm:cxn modelId="{A745BEDC-FFCC-4487-AF42-65B5F74F2923}" type="presParOf" srcId="{13EDF49A-459F-4823-9CA8-AA248068A30F}" destId="{2DEE29FB-8BBE-4D0A-944E-F0F6729C283E}" srcOrd="4" destOrd="0" presId="urn:microsoft.com/office/officeart/2005/8/layout/vList2"/>
    <dgm:cxn modelId="{3AE9E5AF-A1D4-431E-B64B-A9D4C275FEB9}" type="presParOf" srcId="{13EDF49A-459F-4823-9CA8-AA248068A30F}" destId="{AC6D8809-255C-42E6-8BDC-48B8260E8492}" srcOrd="5" destOrd="0" presId="urn:microsoft.com/office/officeart/2005/8/layout/vList2"/>
    <dgm:cxn modelId="{7C7758E6-CE00-42DE-B02A-8A6B8EE77680}" type="presParOf" srcId="{13EDF49A-459F-4823-9CA8-AA248068A30F}" destId="{401FBF91-5F2C-40C0-821E-797BF97FB06D}" srcOrd="6" destOrd="0" presId="urn:microsoft.com/office/officeart/2005/8/layout/vList2"/>
    <dgm:cxn modelId="{C76F69FA-FE3D-4404-B9E9-61F67D253CEA}" type="presParOf" srcId="{13EDF49A-459F-4823-9CA8-AA248068A30F}" destId="{EA80ED2E-43C3-4FD7-984A-93BD4E3F2EC5}" srcOrd="7" destOrd="0" presId="urn:microsoft.com/office/officeart/2005/8/layout/vList2"/>
    <dgm:cxn modelId="{5AFA4CFE-BC83-4310-9359-D46A9F30EF89}" type="presParOf" srcId="{13EDF49A-459F-4823-9CA8-AA248068A30F}" destId="{F4DBC5E6-605A-4FDE-993E-7C0EF0255B8F}" srcOrd="8" destOrd="0" presId="urn:microsoft.com/office/officeart/2005/8/layout/vList2"/>
    <dgm:cxn modelId="{968BD04E-0AC5-44FE-8552-2173D268A6FC}" type="presParOf" srcId="{13EDF49A-459F-4823-9CA8-AA248068A30F}" destId="{030EC71F-AAC9-4244-8058-10977E23D606}" srcOrd="9" destOrd="0" presId="urn:microsoft.com/office/officeart/2005/8/layout/vList2"/>
    <dgm:cxn modelId="{713C5A46-299D-49BB-93B6-6ADA24E7B82F}" type="presParOf" srcId="{13EDF49A-459F-4823-9CA8-AA248068A30F}" destId="{AA2F14A4-8A1D-46AB-8357-F7E8237D54EA}" srcOrd="10" destOrd="0" presId="urn:microsoft.com/office/officeart/2005/8/layout/vList2"/>
    <dgm:cxn modelId="{09AD80A3-C62F-4492-9B0B-4A6BAC9E57BD}" type="presParOf" srcId="{13EDF49A-459F-4823-9CA8-AA248068A30F}" destId="{E64297F1-DB1F-4E47-843E-895A5FC2EB4D}" srcOrd="11" destOrd="0" presId="urn:microsoft.com/office/officeart/2005/8/layout/vList2"/>
    <dgm:cxn modelId="{10437FB9-7E7D-405D-8F15-B343E88CBA26}" type="presParOf" srcId="{13EDF49A-459F-4823-9CA8-AA248068A30F}" destId="{E8D805E7-ED44-485D-85E7-789B93A55F9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D24C04-A5C2-4EA0-8E66-A00BBC70147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8EF1B0-7386-4345-917F-B1FF70ACD6E6}">
      <dgm:prSet/>
      <dgm:spPr/>
      <dgm:t>
        <a:bodyPr/>
        <a:lstStyle/>
        <a:p>
          <a:r>
            <a:rPr lang="en-US"/>
            <a:t>Deep learning shows strong potential for plant disease detection.</a:t>
          </a:r>
        </a:p>
      </dgm:t>
    </dgm:pt>
    <dgm:pt modelId="{4F25C9DB-D0EE-4941-BF9E-E15D529E6AE6}" type="parTrans" cxnId="{5184900C-7E7E-4BD0-9B1E-609016F8C587}">
      <dgm:prSet/>
      <dgm:spPr/>
      <dgm:t>
        <a:bodyPr/>
        <a:lstStyle/>
        <a:p>
          <a:endParaRPr lang="en-US"/>
        </a:p>
      </dgm:t>
    </dgm:pt>
    <dgm:pt modelId="{1C0DC6EE-112B-4141-B19A-89DF883FBFFF}" type="sibTrans" cxnId="{5184900C-7E7E-4BD0-9B1E-609016F8C587}">
      <dgm:prSet/>
      <dgm:spPr/>
      <dgm:t>
        <a:bodyPr/>
        <a:lstStyle/>
        <a:p>
          <a:endParaRPr lang="en-US"/>
        </a:p>
      </dgm:t>
    </dgm:pt>
    <dgm:pt modelId="{60D76151-7D7E-4952-A06B-41E503C3EEF9}">
      <dgm:prSet/>
      <dgm:spPr/>
      <dgm:t>
        <a:bodyPr/>
        <a:lstStyle/>
        <a:p>
          <a:r>
            <a:rPr lang="en-US"/>
            <a:t>Dataset analysis confirms suitability for CNN models.</a:t>
          </a:r>
        </a:p>
      </dgm:t>
    </dgm:pt>
    <dgm:pt modelId="{3A035883-1F41-443E-8CA0-67809CBD4BA9}" type="parTrans" cxnId="{DE8EE7A0-B5E5-4E81-AE40-294AC3C47FE5}">
      <dgm:prSet/>
      <dgm:spPr/>
      <dgm:t>
        <a:bodyPr/>
        <a:lstStyle/>
        <a:p>
          <a:endParaRPr lang="en-US"/>
        </a:p>
      </dgm:t>
    </dgm:pt>
    <dgm:pt modelId="{E9285ECA-23CD-4D8F-823B-08FF799DD5F0}" type="sibTrans" cxnId="{DE8EE7A0-B5E5-4E81-AE40-294AC3C47FE5}">
      <dgm:prSet/>
      <dgm:spPr/>
      <dgm:t>
        <a:bodyPr/>
        <a:lstStyle/>
        <a:p>
          <a:endParaRPr lang="en-US"/>
        </a:p>
      </dgm:t>
    </dgm:pt>
    <dgm:pt modelId="{BA288ED4-3805-43A6-95B2-7B3F97FF58DE}">
      <dgm:prSet/>
      <dgm:spPr/>
      <dgm:t>
        <a:bodyPr/>
        <a:lstStyle/>
        <a:p>
          <a:r>
            <a:rPr lang="en-US"/>
            <a:t>Initial model results are promising.</a:t>
          </a:r>
        </a:p>
      </dgm:t>
    </dgm:pt>
    <dgm:pt modelId="{75C4004C-E0AB-4882-8E9F-DE9836455E7F}" type="parTrans" cxnId="{461A1287-5D75-4DC0-AD01-6ABE24FCC695}">
      <dgm:prSet/>
      <dgm:spPr/>
      <dgm:t>
        <a:bodyPr/>
        <a:lstStyle/>
        <a:p>
          <a:endParaRPr lang="en-US"/>
        </a:p>
      </dgm:t>
    </dgm:pt>
    <dgm:pt modelId="{A0153A01-9969-4F44-86E0-8CC51F7DEA4D}" type="sibTrans" cxnId="{461A1287-5D75-4DC0-AD01-6ABE24FCC695}">
      <dgm:prSet/>
      <dgm:spPr/>
      <dgm:t>
        <a:bodyPr/>
        <a:lstStyle/>
        <a:p>
          <a:endParaRPr lang="en-US"/>
        </a:p>
      </dgm:t>
    </dgm:pt>
    <dgm:pt modelId="{EA92CBA7-5C65-4217-8721-B63A85ACBCBB}">
      <dgm:prSet/>
      <dgm:spPr/>
      <dgm:t>
        <a:bodyPr/>
        <a:lstStyle/>
        <a:p>
          <a:r>
            <a:rPr lang="en-US"/>
            <a:t>Future work will focus on </a:t>
          </a:r>
          <a:r>
            <a:rPr lang="en-US" b="1"/>
            <a:t>model optimization and deployment</a:t>
          </a:r>
          <a:r>
            <a:rPr lang="en-US"/>
            <a:t>.</a:t>
          </a:r>
        </a:p>
      </dgm:t>
    </dgm:pt>
    <dgm:pt modelId="{41500DD7-8B43-4C94-B0DD-F074AFAFF8EE}" type="parTrans" cxnId="{987BA218-4F59-4C9A-B349-D3099D3872EB}">
      <dgm:prSet/>
      <dgm:spPr/>
      <dgm:t>
        <a:bodyPr/>
        <a:lstStyle/>
        <a:p>
          <a:endParaRPr lang="en-US"/>
        </a:p>
      </dgm:t>
    </dgm:pt>
    <dgm:pt modelId="{F4081620-7C23-49C9-A558-43AE20076526}" type="sibTrans" cxnId="{987BA218-4F59-4C9A-B349-D3099D3872EB}">
      <dgm:prSet/>
      <dgm:spPr/>
      <dgm:t>
        <a:bodyPr/>
        <a:lstStyle/>
        <a:p>
          <a:endParaRPr lang="en-US"/>
        </a:p>
      </dgm:t>
    </dgm:pt>
    <dgm:pt modelId="{FB235B39-0D4E-4C62-90C7-7504BD7602BC}" type="pres">
      <dgm:prSet presAssocID="{8BD24C04-A5C2-4EA0-8E66-A00BBC70147F}" presName="root" presStyleCnt="0">
        <dgm:presLayoutVars>
          <dgm:dir/>
          <dgm:resizeHandles val="exact"/>
        </dgm:presLayoutVars>
      </dgm:prSet>
      <dgm:spPr/>
    </dgm:pt>
    <dgm:pt modelId="{B26640D9-FC6B-41B1-9B75-D7D59E1B0084}" type="pres">
      <dgm:prSet presAssocID="{8D8EF1B0-7386-4345-917F-B1FF70ACD6E6}" presName="compNode" presStyleCnt="0"/>
      <dgm:spPr/>
    </dgm:pt>
    <dgm:pt modelId="{99EA4F84-168D-4C31-8F5F-C942C1B23D4C}" type="pres">
      <dgm:prSet presAssocID="{8D8EF1B0-7386-4345-917F-B1FF70ACD6E6}" presName="bgRect" presStyleLbl="bgShp" presStyleIdx="0" presStyleCnt="4"/>
      <dgm:spPr/>
    </dgm:pt>
    <dgm:pt modelId="{6EADB218-8AAD-40AC-91E7-60411A35F7D7}" type="pres">
      <dgm:prSet presAssocID="{8D8EF1B0-7386-4345-917F-B1FF70ACD6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A1D7A266-14B5-4B54-9835-8525B6BB7FCF}" type="pres">
      <dgm:prSet presAssocID="{8D8EF1B0-7386-4345-917F-B1FF70ACD6E6}" presName="spaceRect" presStyleCnt="0"/>
      <dgm:spPr/>
    </dgm:pt>
    <dgm:pt modelId="{EA894051-23DE-4817-925F-88DFA8BBF69B}" type="pres">
      <dgm:prSet presAssocID="{8D8EF1B0-7386-4345-917F-B1FF70ACD6E6}" presName="parTx" presStyleLbl="revTx" presStyleIdx="0" presStyleCnt="4">
        <dgm:presLayoutVars>
          <dgm:chMax val="0"/>
          <dgm:chPref val="0"/>
        </dgm:presLayoutVars>
      </dgm:prSet>
      <dgm:spPr/>
    </dgm:pt>
    <dgm:pt modelId="{AD580D8B-DCCC-4BBE-9244-99AD2946F687}" type="pres">
      <dgm:prSet presAssocID="{1C0DC6EE-112B-4141-B19A-89DF883FBFFF}" presName="sibTrans" presStyleCnt="0"/>
      <dgm:spPr/>
    </dgm:pt>
    <dgm:pt modelId="{69F5417D-5DB9-4B64-A1C2-82875CF81C59}" type="pres">
      <dgm:prSet presAssocID="{60D76151-7D7E-4952-A06B-41E503C3EEF9}" presName="compNode" presStyleCnt="0"/>
      <dgm:spPr/>
    </dgm:pt>
    <dgm:pt modelId="{27A46361-3ED0-4430-B9CB-1DDC44ACC504}" type="pres">
      <dgm:prSet presAssocID="{60D76151-7D7E-4952-A06B-41E503C3EEF9}" presName="bgRect" presStyleLbl="bgShp" presStyleIdx="1" presStyleCnt="4"/>
      <dgm:spPr/>
    </dgm:pt>
    <dgm:pt modelId="{49DB6FBE-6AD9-417D-93CF-D475ACEE1F9F}" type="pres">
      <dgm:prSet presAssocID="{60D76151-7D7E-4952-A06B-41E503C3EE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527FD42-EA72-4B8E-A476-9890AC450724}" type="pres">
      <dgm:prSet presAssocID="{60D76151-7D7E-4952-A06B-41E503C3EEF9}" presName="spaceRect" presStyleCnt="0"/>
      <dgm:spPr/>
    </dgm:pt>
    <dgm:pt modelId="{CCE378CD-283D-42B7-9135-C0F2E3B56A6E}" type="pres">
      <dgm:prSet presAssocID="{60D76151-7D7E-4952-A06B-41E503C3EEF9}" presName="parTx" presStyleLbl="revTx" presStyleIdx="1" presStyleCnt="4">
        <dgm:presLayoutVars>
          <dgm:chMax val="0"/>
          <dgm:chPref val="0"/>
        </dgm:presLayoutVars>
      </dgm:prSet>
      <dgm:spPr/>
    </dgm:pt>
    <dgm:pt modelId="{EF8B53B5-5BCC-4098-8C06-F38E6969E138}" type="pres">
      <dgm:prSet presAssocID="{E9285ECA-23CD-4D8F-823B-08FF799DD5F0}" presName="sibTrans" presStyleCnt="0"/>
      <dgm:spPr/>
    </dgm:pt>
    <dgm:pt modelId="{353BAE2A-DF58-420C-A393-99C354706E08}" type="pres">
      <dgm:prSet presAssocID="{BA288ED4-3805-43A6-95B2-7B3F97FF58DE}" presName="compNode" presStyleCnt="0"/>
      <dgm:spPr/>
    </dgm:pt>
    <dgm:pt modelId="{EC80242D-97BC-4B74-823F-95CE08FE61B1}" type="pres">
      <dgm:prSet presAssocID="{BA288ED4-3805-43A6-95B2-7B3F97FF58DE}" presName="bgRect" presStyleLbl="bgShp" presStyleIdx="2" presStyleCnt="4"/>
      <dgm:spPr/>
    </dgm:pt>
    <dgm:pt modelId="{11EDA9E5-7B23-48A6-8C9F-95FB04588839}" type="pres">
      <dgm:prSet presAssocID="{BA288ED4-3805-43A6-95B2-7B3F97FF58D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77CEA68-9C23-4D32-8EFF-638F519A4853}" type="pres">
      <dgm:prSet presAssocID="{BA288ED4-3805-43A6-95B2-7B3F97FF58DE}" presName="spaceRect" presStyleCnt="0"/>
      <dgm:spPr/>
    </dgm:pt>
    <dgm:pt modelId="{97FA4ACC-1390-496A-8044-CF922EF5610A}" type="pres">
      <dgm:prSet presAssocID="{BA288ED4-3805-43A6-95B2-7B3F97FF58DE}" presName="parTx" presStyleLbl="revTx" presStyleIdx="2" presStyleCnt="4">
        <dgm:presLayoutVars>
          <dgm:chMax val="0"/>
          <dgm:chPref val="0"/>
        </dgm:presLayoutVars>
      </dgm:prSet>
      <dgm:spPr/>
    </dgm:pt>
    <dgm:pt modelId="{B9E9694C-E46C-4090-8579-E4635ADDB786}" type="pres">
      <dgm:prSet presAssocID="{A0153A01-9969-4F44-86E0-8CC51F7DEA4D}" presName="sibTrans" presStyleCnt="0"/>
      <dgm:spPr/>
    </dgm:pt>
    <dgm:pt modelId="{7043C30E-C6CF-4297-AA74-528A91F0FB31}" type="pres">
      <dgm:prSet presAssocID="{EA92CBA7-5C65-4217-8721-B63A85ACBCBB}" presName="compNode" presStyleCnt="0"/>
      <dgm:spPr/>
    </dgm:pt>
    <dgm:pt modelId="{BB452E75-AB2E-4068-9098-700A4F3819FC}" type="pres">
      <dgm:prSet presAssocID="{EA92CBA7-5C65-4217-8721-B63A85ACBCBB}" presName="bgRect" presStyleLbl="bgShp" presStyleIdx="3" presStyleCnt="4"/>
      <dgm:spPr/>
    </dgm:pt>
    <dgm:pt modelId="{36FB774B-B025-4F13-AEA3-577403F0CF96}" type="pres">
      <dgm:prSet presAssocID="{EA92CBA7-5C65-4217-8721-B63A85ACBCB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DF7945F-E7B5-40F0-85D8-7D11E37E24B9}" type="pres">
      <dgm:prSet presAssocID="{EA92CBA7-5C65-4217-8721-B63A85ACBCBB}" presName="spaceRect" presStyleCnt="0"/>
      <dgm:spPr/>
    </dgm:pt>
    <dgm:pt modelId="{6F507785-04D6-49FF-A5DC-062E12F2F355}" type="pres">
      <dgm:prSet presAssocID="{EA92CBA7-5C65-4217-8721-B63A85ACBCB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D983809-3EB7-45C1-8CE2-AE43545D4001}" type="presOf" srcId="{BA288ED4-3805-43A6-95B2-7B3F97FF58DE}" destId="{97FA4ACC-1390-496A-8044-CF922EF5610A}" srcOrd="0" destOrd="0" presId="urn:microsoft.com/office/officeart/2018/2/layout/IconVerticalSolidList"/>
    <dgm:cxn modelId="{5184900C-7E7E-4BD0-9B1E-609016F8C587}" srcId="{8BD24C04-A5C2-4EA0-8E66-A00BBC70147F}" destId="{8D8EF1B0-7386-4345-917F-B1FF70ACD6E6}" srcOrd="0" destOrd="0" parTransId="{4F25C9DB-D0EE-4941-BF9E-E15D529E6AE6}" sibTransId="{1C0DC6EE-112B-4141-B19A-89DF883FBFFF}"/>
    <dgm:cxn modelId="{987BA218-4F59-4C9A-B349-D3099D3872EB}" srcId="{8BD24C04-A5C2-4EA0-8E66-A00BBC70147F}" destId="{EA92CBA7-5C65-4217-8721-B63A85ACBCBB}" srcOrd="3" destOrd="0" parTransId="{41500DD7-8B43-4C94-B0DD-F074AFAFF8EE}" sibTransId="{F4081620-7C23-49C9-A558-43AE20076526}"/>
    <dgm:cxn modelId="{E548772F-BBDE-42F4-A500-F7909F576166}" type="presOf" srcId="{8BD24C04-A5C2-4EA0-8E66-A00BBC70147F}" destId="{FB235B39-0D4E-4C62-90C7-7504BD7602BC}" srcOrd="0" destOrd="0" presId="urn:microsoft.com/office/officeart/2018/2/layout/IconVerticalSolidList"/>
    <dgm:cxn modelId="{1F209466-D030-4683-BEC9-052E90ACC410}" type="presOf" srcId="{EA92CBA7-5C65-4217-8721-B63A85ACBCBB}" destId="{6F507785-04D6-49FF-A5DC-062E12F2F355}" srcOrd="0" destOrd="0" presId="urn:microsoft.com/office/officeart/2018/2/layout/IconVerticalSolidList"/>
    <dgm:cxn modelId="{461A1287-5D75-4DC0-AD01-6ABE24FCC695}" srcId="{8BD24C04-A5C2-4EA0-8E66-A00BBC70147F}" destId="{BA288ED4-3805-43A6-95B2-7B3F97FF58DE}" srcOrd="2" destOrd="0" parTransId="{75C4004C-E0AB-4882-8E9F-DE9836455E7F}" sibTransId="{A0153A01-9969-4F44-86E0-8CC51F7DEA4D}"/>
    <dgm:cxn modelId="{DE8EE7A0-B5E5-4E81-AE40-294AC3C47FE5}" srcId="{8BD24C04-A5C2-4EA0-8E66-A00BBC70147F}" destId="{60D76151-7D7E-4952-A06B-41E503C3EEF9}" srcOrd="1" destOrd="0" parTransId="{3A035883-1F41-443E-8CA0-67809CBD4BA9}" sibTransId="{E9285ECA-23CD-4D8F-823B-08FF799DD5F0}"/>
    <dgm:cxn modelId="{39D295AF-5013-4901-8860-35ADE0251AE2}" type="presOf" srcId="{60D76151-7D7E-4952-A06B-41E503C3EEF9}" destId="{CCE378CD-283D-42B7-9135-C0F2E3B56A6E}" srcOrd="0" destOrd="0" presId="urn:microsoft.com/office/officeart/2018/2/layout/IconVerticalSolidList"/>
    <dgm:cxn modelId="{943FC3C3-C903-4F90-B25B-05FF70D38791}" type="presOf" srcId="{8D8EF1B0-7386-4345-917F-B1FF70ACD6E6}" destId="{EA894051-23DE-4817-925F-88DFA8BBF69B}" srcOrd="0" destOrd="0" presId="urn:microsoft.com/office/officeart/2018/2/layout/IconVerticalSolidList"/>
    <dgm:cxn modelId="{BA0D487A-2564-4CFD-9DB1-65D086CB115D}" type="presParOf" srcId="{FB235B39-0D4E-4C62-90C7-7504BD7602BC}" destId="{B26640D9-FC6B-41B1-9B75-D7D59E1B0084}" srcOrd="0" destOrd="0" presId="urn:microsoft.com/office/officeart/2018/2/layout/IconVerticalSolidList"/>
    <dgm:cxn modelId="{35F97F79-192E-43C0-AB4D-A4CF6C21D581}" type="presParOf" srcId="{B26640D9-FC6B-41B1-9B75-D7D59E1B0084}" destId="{99EA4F84-168D-4C31-8F5F-C942C1B23D4C}" srcOrd="0" destOrd="0" presId="urn:microsoft.com/office/officeart/2018/2/layout/IconVerticalSolidList"/>
    <dgm:cxn modelId="{AB367F43-20F2-4138-8A50-996E9AF088DF}" type="presParOf" srcId="{B26640D9-FC6B-41B1-9B75-D7D59E1B0084}" destId="{6EADB218-8AAD-40AC-91E7-60411A35F7D7}" srcOrd="1" destOrd="0" presId="urn:microsoft.com/office/officeart/2018/2/layout/IconVerticalSolidList"/>
    <dgm:cxn modelId="{BCC435CD-993F-4607-A4DF-8B1447E5D869}" type="presParOf" srcId="{B26640D9-FC6B-41B1-9B75-D7D59E1B0084}" destId="{A1D7A266-14B5-4B54-9835-8525B6BB7FCF}" srcOrd="2" destOrd="0" presId="urn:microsoft.com/office/officeart/2018/2/layout/IconVerticalSolidList"/>
    <dgm:cxn modelId="{2C3A1663-AB79-4522-AB45-4926930614DC}" type="presParOf" srcId="{B26640D9-FC6B-41B1-9B75-D7D59E1B0084}" destId="{EA894051-23DE-4817-925F-88DFA8BBF69B}" srcOrd="3" destOrd="0" presId="urn:microsoft.com/office/officeart/2018/2/layout/IconVerticalSolidList"/>
    <dgm:cxn modelId="{F5DB0072-26F5-4B1B-BE4C-18F5FEDC4528}" type="presParOf" srcId="{FB235B39-0D4E-4C62-90C7-7504BD7602BC}" destId="{AD580D8B-DCCC-4BBE-9244-99AD2946F687}" srcOrd="1" destOrd="0" presId="urn:microsoft.com/office/officeart/2018/2/layout/IconVerticalSolidList"/>
    <dgm:cxn modelId="{511F6AC2-A3D6-4834-870D-1F06F547A7F9}" type="presParOf" srcId="{FB235B39-0D4E-4C62-90C7-7504BD7602BC}" destId="{69F5417D-5DB9-4B64-A1C2-82875CF81C59}" srcOrd="2" destOrd="0" presId="urn:microsoft.com/office/officeart/2018/2/layout/IconVerticalSolidList"/>
    <dgm:cxn modelId="{F29490EE-2310-46EC-B2A5-865E05CF1AB7}" type="presParOf" srcId="{69F5417D-5DB9-4B64-A1C2-82875CF81C59}" destId="{27A46361-3ED0-4430-B9CB-1DDC44ACC504}" srcOrd="0" destOrd="0" presId="urn:microsoft.com/office/officeart/2018/2/layout/IconVerticalSolidList"/>
    <dgm:cxn modelId="{E20A2849-F6EB-4EBE-BF71-4612D9BA6D4F}" type="presParOf" srcId="{69F5417D-5DB9-4B64-A1C2-82875CF81C59}" destId="{49DB6FBE-6AD9-417D-93CF-D475ACEE1F9F}" srcOrd="1" destOrd="0" presId="urn:microsoft.com/office/officeart/2018/2/layout/IconVerticalSolidList"/>
    <dgm:cxn modelId="{A7B0794D-EC2D-45FD-9A06-5F55487A73B3}" type="presParOf" srcId="{69F5417D-5DB9-4B64-A1C2-82875CF81C59}" destId="{D527FD42-EA72-4B8E-A476-9890AC450724}" srcOrd="2" destOrd="0" presId="urn:microsoft.com/office/officeart/2018/2/layout/IconVerticalSolidList"/>
    <dgm:cxn modelId="{8C08B0E3-C041-4C3D-85D8-89CD257C4B60}" type="presParOf" srcId="{69F5417D-5DB9-4B64-A1C2-82875CF81C59}" destId="{CCE378CD-283D-42B7-9135-C0F2E3B56A6E}" srcOrd="3" destOrd="0" presId="urn:microsoft.com/office/officeart/2018/2/layout/IconVerticalSolidList"/>
    <dgm:cxn modelId="{6D80A42D-E021-4B09-98CF-C415D9B3473B}" type="presParOf" srcId="{FB235B39-0D4E-4C62-90C7-7504BD7602BC}" destId="{EF8B53B5-5BCC-4098-8C06-F38E6969E138}" srcOrd="3" destOrd="0" presId="urn:microsoft.com/office/officeart/2018/2/layout/IconVerticalSolidList"/>
    <dgm:cxn modelId="{B76F04EA-9867-46CC-89E2-78BBFE54FFD0}" type="presParOf" srcId="{FB235B39-0D4E-4C62-90C7-7504BD7602BC}" destId="{353BAE2A-DF58-420C-A393-99C354706E08}" srcOrd="4" destOrd="0" presId="urn:microsoft.com/office/officeart/2018/2/layout/IconVerticalSolidList"/>
    <dgm:cxn modelId="{42A4A643-9302-482F-80DD-033C657E9247}" type="presParOf" srcId="{353BAE2A-DF58-420C-A393-99C354706E08}" destId="{EC80242D-97BC-4B74-823F-95CE08FE61B1}" srcOrd="0" destOrd="0" presId="urn:microsoft.com/office/officeart/2018/2/layout/IconVerticalSolidList"/>
    <dgm:cxn modelId="{812F3071-EC64-4B73-9283-38EA81B321B0}" type="presParOf" srcId="{353BAE2A-DF58-420C-A393-99C354706E08}" destId="{11EDA9E5-7B23-48A6-8C9F-95FB04588839}" srcOrd="1" destOrd="0" presId="urn:microsoft.com/office/officeart/2018/2/layout/IconVerticalSolidList"/>
    <dgm:cxn modelId="{4910B265-08BA-492F-8DBB-BC4BEE3CB15D}" type="presParOf" srcId="{353BAE2A-DF58-420C-A393-99C354706E08}" destId="{C77CEA68-9C23-4D32-8EFF-638F519A4853}" srcOrd="2" destOrd="0" presId="urn:microsoft.com/office/officeart/2018/2/layout/IconVerticalSolidList"/>
    <dgm:cxn modelId="{C648E2F7-3524-4BA2-9EDD-24E97C0F4F9C}" type="presParOf" srcId="{353BAE2A-DF58-420C-A393-99C354706E08}" destId="{97FA4ACC-1390-496A-8044-CF922EF5610A}" srcOrd="3" destOrd="0" presId="urn:microsoft.com/office/officeart/2018/2/layout/IconVerticalSolidList"/>
    <dgm:cxn modelId="{FD35BDE4-4362-4766-8660-D7337865BA2D}" type="presParOf" srcId="{FB235B39-0D4E-4C62-90C7-7504BD7602BC}" destId="{B9E9694C-E46C-4090-8579-E4635ADDB786}" srcOrd="5" destOrd="0" presId="urn:microsoft.com/office/officeart/2018/2/layout/IconVerticalSolidList"/>
    <dgm:cxn modelId="{99FDCF46-9081-46DB-84A9-F81C533134C2}" type="presParOf" srcId="{FB235B39-0D4E-4C62-90C7-7504BD7602BC}" destId="{7043C30E-C6CF-4297-AA74-528A91F0FB31}" srcOrd="6" destOrd="0" presId="urn:microsoft.com/office/officeart/2018/2/layout/IconVerticalSolidList"/>
    <dgm:cxn modelId="{D9F6603A-E233-470E-B9F9-9A1339AD585C}" type="presParOf" srcId="{7043C30E-C6CF-4297-AA74-528A91F0FB31}" destId="{BB452E75-AB2E-4068-9098-700A4F3819FC}" srcOrd="0" destOrd="0" presId="urn:microsoft.com/office/officeart/2018/2/layout/IconVerticalSolidList"/>
    <dgm:cxn modelId="{F7B1289E-C0B9-4865-B9FF-1A4A45F4C622}" type="presParOf" srcId="{7043C30E-C6CF-4297-AA74-528A91F0FB31}" destId="{36FB774B-B025-4F13-AEA3-577403F0CF96}" srcOrd="1" destOrd="0" presId="urn:microsoft.com/office/officeart/2018/2/layout/IconVerticalSolidList"/>
    <dgm:cxn modelId="{68E95C99-5C69-4794-ADD3-1DFFCCEC1542}" type="presParOf" srcId="{7043C30E-C6CF-4297-AA74-528A91F0FB31}" destId="{3DF7945F-E7B5-40F0-85D8-7D11E37E24B9}" srcOrd="2" destOrd="0" presId="urn:microsoft.com/office/officeart/2018/2/layout/IconVerticalSolidList"/>
    <dgm:cxn modelId="{A0A4365A-3DA4-4104-841D-A536D31E4A55}" type="presParOf" srcId="{7043C30E-C6CF-4297-AA74-528A91F0FB31}" destId="{6F507785-04D6-49FF-A5DC-062E12F2F3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110A7B-F61B-4D1A-B15D-6B455396B3D8}">
      <dsp:nvSpPr>
        <dsp:cNvPr id="0" name=""/>
        <dsp:cNvSpPr/>
      </dsp:nvSpPr>
      <dsp:spPr>
        <a:xfrm>
          <a:off x="5794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Machine Learning Pipeline:</a:t>
          </a:r>
        </a:p>
      </dsp:txBody>
      <dsp:txXfrm>
        <a:off x="5794" y="1698734"/>
        <a:ext cx="1427837" cy="1028042"/>
      </dsp:txXfrm>
    </dsp:sp>
    <dsp:sp modelId="{2725621D-F038-4DAA-AECA-F09AFE46ABD4}">
      <dsp:nvSpPr>
        <dsp:cNvPr id="0" name=""/>
        <dsp:cNvSpPr/>
      </dsp:nvSpPr>
      <dsp:spPr>
        <a:xfrm>
          <a:off x="5794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01</a:t>
          </a:r>
        </a:p>
      </dsp:txBody>
      <dsp:txXfrm>
        <a:off x="5794" y="1013372"/>
        <a:ext cx="1427837" cy="685361"/>
      </dsp:txXfrm>
    </dsp:sp>
    <dsp:sp modelId="{F32A3DF3-7822-488D-99D5-9920772362CA}">
      <dsp:nvSpPr>
        <dsp:cNvPr id="0" name=""/>
        <dsp:cNvSpPr/>
      </dsp:nvSpPr>
      <dsp:spPr>
        <a:xfrm>
          <a:off x="1547859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Collection</a:t>
          </a:r>
        </a:p>
      </dsp:txBody>
      <dsp:txXfrm>
        <a:off x="1547859" y="1698734"/>
        <a:ext cx="1427837" cy="1028042"/>
      </dsp:txXfrm>
    </dsp:sp>
    <dsp:sp modelId="{55E8BBA6-968D-4EC3-8DA9-7E2E2811A31C}">
      <dsp:nvSpPr>
        <dsp:cNvPr id="0" name=""/>
        <dsp:cNvSpPr/>
      </dsp:nvSpPr>
      <dsp:spPr>
        <a:xfrm>
          <a:off x="1547859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02</a:t>
          </a:r>
        </a:p>
      </dsp:txBody>
      <dsp:txXfrm>
        <a:off x="1547859" y="1013372"/>
        <a:ext cx="1427837" cy="685361"/>
      </dsp:txXfrm>
    </dsp:sp>
    <dsp:sp modelId="{C0BF7558-2189-460D-AC58-CEE4A9DF53A1}">
      <dsp:nvSpPr>
        <dsp:cNvPr id="0" name=""/>
        <dsp:cNvSpPr/>
      </dsp:nvSpPr>
      <dsp:spPr>
        <a:xfrm>
          <a:off x="3089923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Preprocessing</a:t>
          </a:r>
        </a:p>
      </dsp:txBody>
      <dsp:txXfrm>
        <a:off x="3089923" y="1698734"/>
        <a:ext cx="1427837" cy="1028042"/>
      </dsp:txXfrm>
    </dsp:sp>
    <dsp:sp modelId="{64EF7036-4A46-498D-B65D-4EE931C06415}">
      <dsp:nvSpPr>
        <dsp:cNvPr id="0" name=""/>
        <dsp:cNvSpPr/>
      </dsp:nvSpPr>
      <dsp:spPr>
        <a:xfrm>
          <a:off x="3089923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03</a:t>
          </a:r>
        </a:p>
      </dsp:txBody>
      <dsp:txXfrm>
        <a:off x="3089923" y="1013372"/>
        <a:ext cx="1427837" cy="685361"/>
      </dsp:txXfrm>
    </dsp:sp>
    <dsp:sp modelId="{589965B9-5E4B-4CDF-8250-9730C77698D1}">
      <dsp:nvSpPr>
        <dsp:cNvPr id="0" name=""/>
        <dsp:cNvSpPr/>
      </dsp:nvSpPr>
      <dsp:spPr>
        <a:xfrm>
          <a:off x="4631987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Augmentation</a:t>
          </a:r>
        </a:p>
      </dsp:txBody>
      <dsp:txXfrm>
        <a:off x="4631987" y="1698734"/>
        <a:ext cx="1427837" cy="1028042"/>
      </dsp:txXfrm>
    </dsp:sp>
    <dsp:sp modelId="{45EBC28E-C946-4FD2-84CC-679850B105DC}">
      <dsp:nvSpPr>
        <dsp:cNvPr id="0" name=""/>
        <dsp:cNvSpPr/>
      </dsp:nvSpPr>
      <dsp:spPr>
        <a:xfrm>
          <a:off x="4631987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04</a:t>
          </a:r>
        </a:p>
      </dsp:txBody>
      <dsp:txXfrm>
        <a:off x="4631987" y="1013372"/>
        <a:ext cx="1427837" cy="685361"/>
      </dsp:txXfrm>
    </dsp:sp>
    <dsp:sp modelId="{AD5B581C-125A-4DC2-ADB3-DCC8D90BDD4D}">
      <dsp:nvSpPr>
        <dsp:cNvPr id="0" name=""/>
        <dsp:cNvSpPr/>
      </dsp:nvSpPr>
      <dsp:spPr>
        <a:xfrm>
          <a:off x="6174051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Dataset Splitting</a:t>
          </a:r>
        </a:p>
      </dsp:txBody>
      <dsp:txXfrm>
        <a:off x="6174051" y="1698734"/>
        <a:ext cx="1427837" cy="1028042"/>
      </dsp:txXfrm>
    </dsp:sp>
    <dsp:sp modelId="{B5EFD32A-FD7D-4BC5-99D4-C5426625CA12}">
      <dsp:nvSpPr>
        <dsp:cNvPr id="0" name=""/>
        <dsp:cNvSpPr/>
      </dsp:nvSpPr>
      <dsp:spPr>
        <a:xfrm>
          <a:off x="6174051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05</a:t>
          </a:r>
        </a:p>
      </dsp:txBody>
      <dsp:txXfrm>
        <a:off x="6174051" y="1013372"/>
        <a:ext cx="1427837" cy="685361"/>
      </dsp:txXfrm>
    </dsp:sp>
    <dsp:sp modelId="{DEB04D7E-D158-41F1-A8B6-6467F2D95F9B}">
      <dsp:nvSpPr>
        <dsp:cNvPr id="0" name=""/>
        <dsp:cNvSpPr/>
      </dsp:nvSpPr>
      <dsp:spPr>
        <a:xfrm>
          <a:off x="7716115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 Development</a:t>
          </a:r>
        </a:p>
      </dsp:txBody>
      <dsp:txXfrm>
        <a:off x="7716115" y="1698734"/>
        <a:ext cx="1427837" cy="1028042"/>
      </dsp:txXfrm>
    </dsp:sp>
    <dsp:sp modelId="{AC1659D3-A8FF-49E7-9302-5FD40C8E3579}">
      <dsp:nvSpPr>
        <dsp:cNvPr id="0" name=""/>
        <dsp:cNvSpPr/>
      </dsp:nvSpPr>
      <dsp:spPr>
        <a:xfrm>
          <a:off x="7716115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06</a:t>
          </a:r>
        </a:p>
      </dsp:txBody>
      <dsp:txXfrm>
        <a:off x="7716115" y="1013372"/>
        <a:ext cx="1427837" cy="685361"/>
      </dsp:txXfrm>
    </dsp:sp>
    <dsp:sp modelId="{2906A3B3-5BF3-40BD-AF3F-18F8B296A035}">
      <dsp:nvSpPr>
        <dsp:cNvPr id="0" name=""/>
        <dsp:cNvSpPr/>
      </dsp:nvSpPr>
      <dsp:spPr>
        <a:xfrm>
          <a:off x="9258179" y="1013372"/>
          <a:ext cx="1427837" cy="171340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0" rIns="14103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Initial Training</a:t>
          </a:r>
        </a:p>
      </dsp:txBody>
      <dsp:txXfrm>
        <a:off x="9258179" y="1698734"/>
        <a:ext cx="1427837" cy="1028042"/>
      </dsp:txXfrm>
    </dsp:sp>
    <dsp:sp modelId="{502645E5-E180-4273-94FC-AB98A1175429}">
      <dsp:nvSpPr>
        <dsp:cNvPr id="0" name=""/>
        <dsp:cNvSpPr/>
      </dsp:nvSpPr>
      <dsp:spPr>
        <a:xfrm>
          <a:off x="9258179" y="1013372"/>
          <a:ext cx="1427837" cy="6853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039" tIns="165100" rIns="141039" bIns="1651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07</a:t>
          </a:r>
        </a:p>
      </dsp:txBody>
      <dsp:txXfrm>
        <a:off x="9258179" y="1013372"/>
        <a:ext cx="1427837" cy="6853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26CE6-6395-4223-BFCC-58A2A0C092B6}">
      <dsp:nvSpPr>
        <dsp:cNvPr id="0" name=""/>
        <dsp:cNvSpPr/>
      </dsp:nvSpPr>
      <dsp:spPr>
        <a:xfrm>
          <a:off x="0" y="64512"/>
          <a:ext cx="6171948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Future improvements:</a:t>
          </a:r>
          <a:endParaRPr lang="en-US" sz="2900" kern="1200"/>
        </a:p>
      </dsp:txBody>
      <dsp:txXfrm>
        <a:off x="33955" y="98467"/>
        <a:ext cx="6104038" cy="627655"/>
      </dsp:txXfrm>
    </dsp:sp>
    <dsp:sp modelId="{40DADD9E-B019-4EB8-85CD-19D4D2E1C755}">
      <dsp:nvSpPr>
        <dsp:cNvPr id="0" name=""/>
        <dsp:cNvSpPr/>
      </dsp:nvSpPr>
      <dsp:spPr>
        <a:xfrm>
          <a:off x="0" y="843597"/>
          <a:ext cx="6171948" cy="695565"/>
        </a:xfrm>
        <a:prstGeom prst="roundRect">
          <a:avLst/>
        </a:prstGeom>
        <a:solidFill>
          <a:schemeClr val="accent2">
            <a:hueOff val="-67869"/>
            <a:satOff val="-582"/>
            <a:lumOff val="-38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Evaluation</a:t>
          </a:r>
          <a:endParaRPr lang="en-US" sz="2900" kern="1200"/>
        </a:p>
      </dsp:txBody>
      <dsp:txXfrm>
        <a:off x="33955" y="877552"/>
        <a:ext cx="6104038" cy="627655"/>
      </dsp:txXfrm>
    </dsp:sp>
    <dsp:sp modelId="{2DEE29FB-8BBE-4D0A-944E-F0F6729C283E}">
      <dsp:nvSpPr>
        <dsp:cNvPr id="0" name=""/>
        <dsp:cNvSpPr/>
      </dsp:nvSpPr>
      <dsp:spPr>
        <a:xfrm>
          <a:off x="0" y="1622682"/>
          <a:ext cx="6171948" cy="695565"/>
        </a:xfrm>
        <a:prstGeom prst="round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Confusion Matrix</a:t>
          </a:r>
        </a:p>
      </dsp:txBody>
      <dsp:txXfrm>
        <a:off x="33955" y="1656637"/>
        <a:ext cx="6104038" cy="627655"/>
      </dsp:txXfrm>
    </dsp:sp>
    <dsp:sp modelId="{401FBF91-5F2C-40C0-821E-797BF97FB06D}">
      <dsp:nvSpPr>
        <dsp:cNvPr id="0" name=""/>
        <dsp:cNvSpPr/>
      </dsp:nvSpPr>
      <dsp:spPr>
        <a:xfrm>
          <a:off x="0" y="2401767"/>
          <a:ext cx="6171948" cy="695565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Precision, Recall, F1 Score</a:t>
          </a:r>
        </a:p>
      </dsp:txBody>
      <dsp:txXfrm>
        <a:off x="33955" y="2435722"/>
        <a:ext cx="6104038" cy="627655"/>
      </dsp:txXfrm>
    </dsp:sp>
    <dsp:sp modelId="{F4DBC5E6-605A-4FDE-993E-7C0EF0255B8F}">
      <dsp:nvSpPr>
        <dsp:cNvPr id="0" name=""/>
        <dsp:cNvSpPr/>
      </dsp:nvSpPr>
      <dsp:spPr>
        <a:xfrm>
          <a:off x="0" y="3180852"/>
          <a:ext cx="6171948" cy="695565"/>
        </a:xfrm>
        <a:prstGeom prst="round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Deployment</a:t>
          </a:r>
          <a:endParaRPr lang="en-US" sz="2900" kern="1200"/>
        </a:p>
      </dsp:txBody>
      <dsp:txXfrm>
        <a:off x="33955" y="3214807"/>
        <a:ext cx="6104038" cy="627655"/>
      </dsp:txXfrm>
    </dsp:sp>
    <dsp:sp modelId="{AA2F14A4-8A1D-46AB-8357-F7E8237D54EA}">
      <dsp:nvSpPr>
        <dsp:cNvPr id="0" name=""/>
        <dsp:cNvSpPr/>
      </dsp:nvSpPr>
      <dsp:spPr>
        <a:xfrm>
          <a:off x="0" y="3959937"/>
          <a:ext cx="6171948" cy="695565"/>
        </a:xfrm>
        <a:prstGeom prst="roundRect">
          <a:avLst/>
        </a:prstGeom>
        <a:solidFill>
          <a:schemeClr val="accent2">
            <a:hueOff val="-339344"/>
            <a:satOff val="-2908"/>
            <a:lumOff val="-192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Build web interface</a:t>
          </a:r>
        </a:p>
      </dsp:txBody>
      <dsp:txXfrm>
        <a:off x="33955" y="3993892"/>
        <a:ext cx="6104038" cy="627655"/>
      </dsp:txXfrm>
    </dsp:sp>
    <dsp:sp modelId="{E8D805E7-ED44-485D-85E7-789B93A55F9A}">
      <dsp:nvSpPr>
        <dsp:cNvPr id="0" name=""/>
        <dsp:cNvSpPr/>
      </dsp:nvSpPr>
      <dsp:spPr>
        <a:xfrm>
          <a:off x="0" y="4739022"/>
          <a:ext cx="6171948" cy="695565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Upload leaf image for prediction</a:t>
          </a:r>
        </a:p>
      </dsp:txBody>
      <dsp:txXfrm>
        <a:off x="33955" y="4772977"/>
        <a:ext cx="6104038" cy="6276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EA4F84-168D-4C31-8F5F-C942C1B23D4C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DB218-8AAD-40AC-91E7-60411A35F7D7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94051-23DE-4817-925F-88DFA8BBF69B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Deep learning shows strong potential for plant disease detection.</a:t>
          </a:r>
        </a:p>
      </dsp:txBody>
      <dsp:txXfrm>
        <a:off x="1336039" y="2282"/>
        <a:ext cx="4835908" cy="1156744"/>
      </dsp:txXfrm>
    </dsp:sp>
    <dsp:sp modelId="{27A46361-3ED0-4430-B9CB-1DDC44ACC504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DB6FBE-6AD9-417D-93CF-D475ACEE1F9F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378CD-283D-42B7-9135-C0F2E3B56A6E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Dataset analysis confirms suitability for CNN models.</a:t>
          </a:r>
        </a:p>
      </dsp:txBody>
      <dsp:txXfrm>
        <a:off x="1336039" y="1448212"/>
        <a:ext cx="4835908" cy="1156744"/>
      </dsp:txXfrm>
    </dsp:sp>
    <dsp:sp modelId="{EC80242D-97BC-4B74-823F-95CE08FE61B1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EDA9E5-7B23-48A6-8C9F-95FB04588839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A4ACC-1390-496A-8044-CF922EF5610A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Initial model results are promising.</a:t>
          </a:r>
        </a:p>
      </dsp:txBody>
      <dsp:txXfrm>
        <a:off x="1336039" y="2894143"/>
        <a:ext cx="4835908" cy="1156744"/>
      </dsp:txXfrm>
    </dsp:sp>
    <dsp:sp modelId="{BB452E75-AB2E-4068-9098-700A4F3819FC}">
      <dsp:nvSpPr>
        <dsp:cNvPr id="0" name=""/>
        <dsp:cNvSpPr/>
      </dsp:nvSpPr>
      <dsp:spPr>
        <a:xfrm>
          <a:off x="0" y="434007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B774B-B025-4F13-AEA3-577403F0CF96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07785-04D6-49FF-A5DC-062E12F2F355}">
      <dsp:nvSpPr>
        <dsp:cNvPr id="0" name=""/>
        <dsp:cNvSpPr/>
      </dsp:nvSpPr>
      <dsp:spPr>
        <a:xfrm>
          <a:off x="1336039" y="434007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Future work will focus on </a:t>
          </a:r>
          <a:r>
            <a:rPr lang="en-US" sz="2200" b="1" kern="1200"/>
            <a:t>model optimization and deployment</a:t>
          </a:r>
          <a:r>
            <a:rPr lang="en-US" sz="2200" kern="1200"/>
            <a:t>.</a:t>
          </a:r>
        </a:p>
      </dsp:txBody>
      <dsp:txXfrm>
        <a:off x="1336039" y="4340073"/>
        <a:ext cx="4835908" cy="1156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3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0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80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1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0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3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99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0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5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4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53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3F13B-1D2E-B88F-42F4-0C11C7D85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0" y="1218122"/>
            <a:ext cx="7315199" cy="387114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+mn-lt"/>
                <a:cs typeface="Times New Roman" panose="02020603050405020304" pitchFamily="18" charset="0"/>
              </a:rPr>
              <a:t>Plant Disease Detection</a:t>
            </a:r>
            <a:br>
              <a:rPr lang="en-US" sz="4400" b="1" dirty="0">
                <a:latin typeface="+mn-lt"/>
                <a:cs typeface="Times New Roman" panose="02020603050405020304" pitchFamily="18" charset="0"/>
              </a:rPr>
            </a:br>
            <a:br>
              <a:rPr lang="en-US" sz="2000" dirty="0">
                <a:latin typeface="+mn-lt"/>
                <a:cs typeface="Times New Roman" panose="02020603050405020304" pitchFamily="18" charset="0"/>
              </a:rPr>
            </a:br>
            <a:r>
              <a:rPr lang="en-US" sz="2200" dirty="0">
                <a:latin typeface="+mn-lt"/>
                <a:cs typeface="Times New Roman" panose="02020603050405020304" pitchFamily="18" charset="0"/>
              </a:rPr>
              <a:t>Capstone Project – DAB 422</a:t>
            </a:r>
            <a:br>
              <a:rPr lang="en-US" sz="2200" dirty="0">
                <a:latin typeface="+mn-lt"/>
                <a:cs typeface="Times New Roman" panose="02020603050405020304" pitchFamily="18" charset="0"/>
              </a:rPr>
            </a:br>
            <a:r>
              <a:rPr lang="en-US" sz="2200" dirty="0">
                <a:latin typeface="+mn-lt"/>
                <a:cs typeface="Times New Roman" panose="02020603050405020304" pitchFamily="18" charset="0"/>
              </a:rPr>
              <a:t>St. Clair College</a:t>
            </a:r>
            <a:br>
              <a:rPr lang="en-US" sz="2200" dirty="0">
                <a:latin typeface="+mn-lt"/>
                <a:cs typeface="Times New Roman" panose="02020603050405020304" pitchFamily="18" charset="0"/>
              </a:rPr>
            </a:br>
            <a:br>
              <a:rPr lang="en-US" sz="2200" dirty="0">
                <a:latin typeface="+mn-lt"/>
                <a:cs typeface="Times New Roman" panose="02020603050405020304" pitchFamily="18" charset="0"/>
              </a:rPr>
            </a:br>
            <a:r>
              <a:rPr lang="en-US" sz="2200" dirty="0">
                <a:latin typeface="+mn-lt"/>
                <a:cs typeface="Times New Roman" panose="02020603050405020304" pitchFamily="18" charset="0"/>
              </a:rPr>
              <a:t>Prepared by: Group 12</a:t>
            </a:r>
            <a:br>
              <a:rPr lang="en-US" sz="2200" dirty="0">
                <a:latin typeface="+mn-lt"/>
                <a:cs typeface="Times New Roman" panose="02020603050405020304" pitchFamily="18" charset="0"/>
              </a:rPr>
            </a:br>
            <a:br>
              <a:rPr lang="en-US" sz="2000" dirty="0">
                <a:latin typeface="+mn-lt"/>
                <a:cs typeface="Times New Roman" panose="02020603050405020304" pitchFamily="18" charset="0"/>
              </a:rPr>
            </a:br>
            <a:r>
              <a:rPr lang="en-US" sz="2200" dirty="0">
                <a:latin typeface="+mn-lt"/>
                <a:cs typeface="Times New Roman" panose="02020603050405020304" pitchFamily="18" charset="0"/>
              </a:rPr>
              <a:t>Under the guidance of </a:t>
            </a:r>
            <a:br>
              <a:rPr lang="en-US" sz="2200" dirty="0">
                <a:latin typeface="+mn-lt"/>
                <a:cs typeface="Times New Roman" panose="02020603050405020304" pitchFamily="18" charset="0"/>
              </a:rPr>
            </a:br>
            <a:r>
              <a:rPr lang="en-US" sz="2200" dirty="0">
                <a:latin typeface="+mn-lt"/>
                <a:cs typeface="Times New Roman" panose="02020603050405020304" pitchFamily="18" charset="0"/>
              </a:rPr>
              <a:t>Prof. Harpreet Virk</a:t>
            </a:r>
            <a:br>
              <a:rPr lang="en-US" sz="1600" dirty="0">
                <a:latin typeface="+mn-lt"/>
                <a:cs typeface="Times New Roman" panose="02020603050405020304" pitchFamily="18" charset="0"/>
              </a:rPr>
            </a:br>
            <a:endParaRPr lang="en-CM" sz="16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4" name="Picture 3" descr="A white background with dots and lines&#10;&#10;AI-generated content may be incorrect.">
            <a:extLst>
              <a:ext uri="{FF2B5EF4-FFF2-40B4-BE49-F238E27FC236}">
                <a16:creationId xmlns:a16="http://schemas.microsoft.com/office/drawing/2014/main" id="{311BBA04-22B8-1561-8894-50309D66D1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76" r="30235" b="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een and white sign with a lion&#10;&#10;AI-generated content may be incorrect.">
            <a:extLst>
              <a:ext uri="{FF2B5EF4-FFF2-40B4-BE49-F238E27FC236}">
                <a16:creationId xmlns:a16="http://schemas.microsoft.com/office/drawing/2014/main" id="{067E6692-80B1-94B3-3E5A-7E1127176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19" y="4501448"/>
            <a:ext cx="2804160" cy="147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63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6CA17-8672-1FCA-2A7C-673100AC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Introduction</a:t>
            </a:r>
            <a:br>
              <a:rPr lang="en-US" b="1"/>
            </a:br>
            <a:endParaRPr lang="en-CM"/>
          </a:p>
        </p:txBody>
      </p:sp>
      <p:pic>
        <p:nvPicPr>
          <p:cNvPr id="16" name="Picture 15" descr="A hand touching a small plant">
            <a:extLst>
              <a:ext uri="{FF2B5EF4-FFF2-40B4-BE49-F238E27FC236}">
                <a16:creationId xmlns:a16="http://schemas.microsoft.com/office/drawing/2014/main" id="{5EBB1143-A980-4B76-CC52-FD7FE7F2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611" r="-2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30EF452-FCCF-3686-46DC-1633B2852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Agriculture is a major sector supporting global food production.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Plant diseases significantly reduce crop yield and cause financial losses.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disease detection depends on </a:t>
            </a:r>
            <a:r>
              <a:rPr lang="en-US" b="1" dirty="0"/>
              <a:t>manual inspection by experts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method is </a:t>
            </a:r>
            <a:r>
              <a:rPr lang="en-US" b="1" dirty="0"/>
              <a:t>time-consuming and costly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and Deep Learning can help </a:t>
            </a:r>
            <a:r>
              <a:rPr lang="en-US" b="1" dirty="0"/>
              <a:t>automatically detect diseases from plant leaf images</a:t>
            </a:r>
            <a:r>
              <a:rPr lang="en-US" dirty="0"/>
              <a:t>.</a:t>
            </a:r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381924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134E5-B6DD-477B-E2B2-BA8413F4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/>
              <a:t>Methodology</a:t>
            </a:r>
            <a:br>
              <a:rPr lang="en-US" sz="3700" b="1"/>
            </a:br>
            <a:endParaRPr lang="en-CM" sz="3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CFBAA795-CA85-2302-E217-AE8A6715E1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681763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752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59407-1AE8-187F-ADBA-3ABE20D0E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US" b="1"/>
              <a:t>Project Objectives</a:t>
            </a:r>
            <a:br>
              <a:rPr lang="en-US" b="1"/>
            </a:br>
            <a:endParaRPr lang="en-CM" dirty="0"/>
          </a:p>
        </p:txBody>
      </p:sp>
      <p:pic>
        <p:nvPicPr>
          <p:cNvPr id="13" name="Graphic 12" descr="Database">
            <a:extLst>
              <a:ext uri="{FF2B5EF4-FFF2-40B4-BE49-F238E27FC236}">
                <a16:creationId xmlns:a16="http://schemas.microsoft.com/office/drawing/2014/main" id="{B8759707-91B4-959B-C6CB-AC5BEDDFB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98961D7-86AA-A43D-3BCC-F540DC867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r>
              <a:rPr lang="en-US" b="1" dirty="0"/>
              <a:t>Primary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plant disease image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</a:t>
            </a:r>
            <a:r>
              <a:rPr lang="en-US" b="1" dirty="0"/>
              <a:t>Exploratory Data Analysis (EDA)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Preprocess image data for deep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 </a:t>
            </a:r>
            <a:r>
              <a:rPr lang="en-US" b="1" dirty="0"/>
              <a:t>CNN model for classification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model accuracy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Secondary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overfitting using </a:t>
            </a:r>
            <a:r>
              <a:rPr lang="en-US" b="1" dirty="0"/>
              <a:t>data augmentation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Experiment with </a:t>
            </a:r>
            <a:r>
              <a:rPr lang="en-US" b="1" dirty="0"/>
              <a:t>transfer learning models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 </a:t>
            </a:r>
            <a:r>
              <a:rPr lang="en-US" b="1" dirty="0"/>
              <a:t>prediction interface for users</a:t>
            </a:r>
            <a:endParaRPr lang="en-US" dirty="0"/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247708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A57-759E-EFB2-8C1D-15A4B58A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CM" altLang="en-CM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Description</a:t>
            </a:r>
            <a:br>
              <a:rPr kumimoji="0" lang="en-CM" altLang="en-CM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CM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0C487-F2B2-5D5C-E305-875F49E723A0}"/>
              </a:ext>
            </a:extLst>
          </p:cNvPr>
          <p:cNvSpPr txBox="1"/>
          <p:nvPr/>
        </p:nvSpPr>
        <p:spPr>
          <a:xfrm>
            <a:off x="700635" y="1818918"/>
            <a:ext cx="61652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M" altLang="en-C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 used: </a:t>
            </a:r>
            <a:r>
              <a:rPr kumimoji="0" lang="en-CM" altLang="en-CM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PlantVillage</a:t>
            </a:r>
            <a:r>
              <a:rPr kumimoji="0" lang="en-CM" altLang="en-C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 (Kaggle) </a:t>
            </a:r>
            <a:endParaRPr kumimoji="0" lang="en-US" altLang="en-CM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A385E4-4577-0084-2954-513D82401085}"/>
              </a:ext>
            </a:extLst>
          </p:cNvPr>
          <p:cNvSpPr txBox="1"/>
          <p:nvPr/>
        </p:nvSpPr>
        <p:spPr>
          <a:xfrm>
            <a:off x="7439891" y="2483806"/>
            <a:ext cx="61652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CM" altLang="en-CM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classes: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M" altLang="en-CM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Healthy leaves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M" altLang="en-CM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M" altLang="en-CM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Bacterial spot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M" altLang="en-CM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Leaf blight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61622-6D0F-862A-7630-62F36B6F96DA}"/>
              </a:ext>
            </a:extLst>
          </p:cNvPr>
          <p:cNvSpPr txBox="1"/>
          <p:nvPr/>
        </p:nvSpPr>
        <p:spPr>
          <a:xfrm>
            <a:off x="735271" y="2483806"/>
            <a:ext cx="50282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Dataset characteristics: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CM" altLang="en-CM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Image-based dataset</a:t>
            </a:r>
            <a:r>
              <a:rPr kumimoji="0" lang="en-US" altLang="en-CM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which has t</a:t>
            </a:r>
            <a:r>
              <a:rPr lang="en-US" sz="2000" dirty="0"/>
              <a:t>housands of plant leaf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37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Includes healthy and diseased leaves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M" altLang="en-CM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RGB leaf images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M" altLang="en-CM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Folder-based labeling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775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C87D7-194E-10E2-9F90-5099EAA88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Exploratory Data Analysis (EDA)</a:t>
            </a:r>
            <a:endParaRPr lang="en-CM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F9707-40BE-984D-BA07-D19DBE87B644}"/>
              </a:ext>
            </a:extLst>
          </p:cNvPr>
          <p:cNvSpPr txBox="1"/>
          <p:nvPr/>
        </p:nvSpPr>
        <p:spPr>
          <a:xfrm>
            <a:off x="6046267" y="22219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Visualize sample images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35B71-C1C4-6098-65D4-6420035DC0DD}"/>
              </a:ext>
            </a:extLst>
          </p:cNvPr>
          <p:cNvSpPr txBox="1"/>
          <p:nvPr/>
        </p:nvSpPr>
        <p:spPr>
          <a:xfrm>
            <a:off x="714490" y="1951672"/>
            <a:ext cx="16684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Tools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TensorFlow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Matplotlib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F9C4A-BD49-F4D5-DD00-39DC5E8B3067}"/>
              </a:ext>
            </a:extLst>
          </p:cNvPr>
          <p:cNvSpPr txBox="1"/>
          <p:nvPr/>
        </p:nvSpPr>
        <p:spPr>
          <a:xfrm>
            <a:off x="700635" y="352958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EDA steps performed: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Count total images in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Identify number of classes</a:t>
            </a:r>
          </a:p>
          <a:p>
            <a:endParaRPr lang="en-US" dirty="0"/>
          </a:p>
          <a:p>
            <a:endParaRPr lang="en-US" dirty="0"/>
          </a:p>
          <a:p>
            <a:endParaRPr lang="en-CM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FBEFF-3DE6-0DC7-A4D9-9F728CD54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90" y="4452913"/>
            <a:ext cx="3433315" cy="369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06E679-7BF0-FC72-1D42-86712C29D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5238727"/>
            <a:ext cx="5149969" cy="446081"/>
          </a:xfrm>
          <a:prstGeom prst="rect">
            <a:avLst/>
          </a:prstGeom>
        </p:spPr>
      </p:pic>
      <p:pic>
        <p:nvPicPr>
          <p:cNvPr id="10" name="Picture 9" descr="A collage of different leaves&#10;&#10;Description automatically generated">
            <a:extLst>
              <a:ext uri="{FF2B5EF4-FFF2-40B4-BE49-F238E27FC236}">
                <a16:creationId xmlns:a16="http://schemas.microsoft.com/office/drawing/2014/main" id="{CCE89A51-150B-D7E4-A0D1-174CDBABCB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930" y="2572081"/>
            <a:ext cx="3522162" cy="348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F60BA-019E-E986-A16A-E0654762F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072064"/>
            <a:ext cx="10691265" cy="373989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class distribution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CM" dirty="0"/>
          </a:p>
        </p:txBody>
      </p:sp>
      <p:pic>
        <p:nvPicPr>
          <p:cNvPr id="6" name="Picture 5" descr="A graph of images per class&#10;&#10;Description automatically generated">
            <a:extLst>
              <a:ext uri="{FF2B5EF4-FFF2-40B4-BE49-F238E27FC236}">
                <a16:creationId xmlns:a16="http://schemas.microsoft.com/office/drawing/2014/main" id="{8476F932-3D38-1BFF-6015-D6CB25591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9" y="1513114"/>
            <a:ext cx="9720941" cy="444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8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F716-14C8-9657-D613-F7678369E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Development</a:t>
            </a:r>
            <a:endParaRPr lang="en-CM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7BACC-D384-9635-A448-B1A6F98EEE4A}"/>
              </a:ext>
            </a:extLst>
          </p:cNvPr>
          <p:cNvSpPr txBox="1"/>
          <p:nvPr/>
        </p:nvSpPr>
        <p:spPr>
          <a:xfrm>
            <a:off x="3449782" y="403584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Training setup: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Epochs: </a:t>
            </a:r>
            <a:r>
              <a:rPr lang="en-US" b="1" dirty="0"/>
              <a:t>10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 size: </a:t>
            </a:r>
            <a:r>
              <a:rPr lang="en-US" b="1" dirty="0"/>
              <a:t>256 × 256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2D65E-84BE-0314-18BA-928DD2EC47DA}"/>
              </a:ext>
            </a:extLst>
          </p:cNvPr>
          <p:cNvSpPr txBox="1"/>
          <p:nvPr/>
        </p:nvSpPr>
        <p:spPr>
          <a:xfrm>
            <a:off x="700635" y="1831262"/>
            <a:ext cx="62206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Model used: Convolutional Neural Network (CNN)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Layers used: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Convolutional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MaxPooling</a:t>
            </a:r>
            <a:r>
              <a:rPr lang="en-US" dirty="0"/>
              <a:t>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Dense layers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Activation functions: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ReLU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Softmax</a:t>
            </a:r>
          </a:p>
          <a:p>
            <a:pPr marL="0" indent="0">
              <a:buNone/>
            </a:pPr>
            <a:endParaRPr lang="en-US" dirty="0"/>
          </a:p>
          <a:p>
            <a:endParaRPr lang="en-CM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222EA-F556-9A51-5E0E-81E3B02D57D0}"/>
              </a:ext>
            </a:extLst>
          </p:cNvPr>
          <p:cNvSpPr txBox="1"/>
          <p:nvPr/>
        </p:nvSpPr>
        <p:spPr>
          <a:xfrm>
            <a:off x="6921325" y="2422342"/>
            <a:ext cx="63661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Initial results: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Accuracy: </a:t>
            </a:r>
            <a:r>
              <a:rPr lang="en-US" b="1" dirty="0"/>
              <a:t>~85%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Loss: </a:t>
            </a:r>
            <a:r>
              <a:rPr lang="en-US" b="1" dirty="0"/>
              <a:t>~15%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Observations: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CNN extracts disease patterns effectively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 improves with each epoch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Augmentation helps reduce overfitting</a:t>
            </a:r>
          </a:p>
          <a:p>
            <a:endParaRPr lang="en-CM" dirty="0"/>
          </a:p>
        </p:txBody>
      </p:sp>
    </p:spTree>
    <p:extLst>
      <p:ext uri="{BB962C8B-B14F-4D97-AF65-F5344CB8AC3E}">
        <p14:creationId xmlns:p14="http://schemas.microsoft.com/office/powerpoint/2010/main" val="2061680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99DEF-DA9D-8F38-5152-02045B0D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b="1"/>
              <a:t>Work Remaining</a:t>
            </a:r>
            <a:endParaRPr lang="en-CM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949AAF-0ADC-378C-8E19-7690AB636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768140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081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CDD2B-C306-80B7-D06D-E810ED66C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CM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09D6B9-2F4A-ACAC-A104-C8875EBDC9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151595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535256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374</Words>
  <Application>Microsoft Macintosh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Plant Disease Detection  Capstone Project – DAB 422 St. Clair College  Prepared by: Group 12  Under the guidance of  Prof. Harpreet Virk </vt:lpstr>
      <vt:lpstr>Introduction </vt:lpstr>
      <vt:lpstr>Methodology </vt:lpstr>
      <vt:lpstr>Project Objectives </vt:lpstr>
      <vt:lpstr>Dataset Description </vt:lpstr>
      <vt:lpstr>Exploratory Data Analysis (EDA)</vt:lpstr>
      <vt:lpstr>PowerPoint Presentation</vt:lpstr>
      <vt:lpstr>Model Development</vt:lpstr>
      <vt:lpstr>Work Remaining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Patel Dev</dc:creator>
  <cp:lastModifiedBy>Dev Sureshbhai Patel</cp:lastModifiedBy>
  <cp:revision>3</cp:revision>
  <dcterms:created xsi:type="dcterms:W3CDTF">2026-03-09T19:06:05Z</dcterms:created>
  <dcterms:modified xsi:type="dcterms:W3CDTF">2026-03-09T20:21:40Z</dcterms:modified>
</cp:coreProperties>
</file>